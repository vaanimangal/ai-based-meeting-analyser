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C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DD14F3-9A47-4DAF-96F8-AF02C61021B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54C7A35-42DF-4F36-A5EB-A244FFA1BF6D}" type="pres">
      <dgm:prSet presAssocID="{34DD14F3-9A47-4DAF-96F8-AF02C61021B5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443B00FB-64DE-452A-8785-C8F70E454B47}" type="presOf" srcId="{34DD14F3-9A47-4DAF-96F8-AF02C61021B5}" destId="{054C7A35-42DF-4F36-A5EB-A244FFA1BF6D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7042E3-9D6D-4DFE-9C9F-7695B86ED9B2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274C96-D8E2-480B-8DA4-2F4ACAB3EDD0}">
      <dgm:prSet phldrT="[Text]" phldr="0"/>
      <dgm:spPr/>
      <dgm:t>
        <a:bodyPr/>
        <a:lstStyle/>
        <a:p>
          <a:r>
            <a:rPr lang="en-US" dirty="0"/>
            <a:t>PROBLEM STATEMENT</a:t>
          </a:r>
          <a:endParaRPr lang="en-IN" dirty="0"/>
        </a:p>
      </dgm:t>
    </dgm:pt>
    <dgm:pt modelId="{F2031312-ED42-4C3D-9FD3-D230DA10DC38}" type="parTrans" cxnId="{BFDDD63D-2E5C-4870-B5AA-20DC30CCC9B1}">
      <dgm:prSet/>
      <dgm:spPr/>
      <dgm:t>
        <a:bodyPr/>
        <a:lstStyle/>
        <a:p>
          <a:endParaRPr lang="en-IN"/>
        </a:p>
      </dgm:t>
    </dgm:pt>
    <dgm:pt modelId="{7B56BD16-A5C1-475C-8BD8-F8A148EF6633}" type="sibTrans" cxnId="{BFDDD63D-2E5C-4870-B5AA-20DC30CCC9B1}">
      <dgm:prSet/>
      <dgm:spPr/>
      <dgm:t>
        <a:bodyPr/>
        <a:lstStyle/>
        <a:p>
          <a:endParaRPr lang="en-IN"/>
        </a:p>
      </dgm:t>
    </dgm:pt>
    <dgm:pt modelId="{218EB4F2-C267-4D11-BC9D-44EC5F040B51}">
      <dgm:prSet phldrT="[Text]"/>
      <dgm:spPr/>
      <dgm:t>
        <a:bodyPr/>
        <a:lstStyle/>
        <a:p>
          <a:pPr>
            <a:buNone/>
          </a:pPr>
          <a:r>
            <a:rPr lang="en-US" dirty="0"/>
            <a:t>There is no simple automated system to convert long meetings or lectures into structured information.</a:t>
          </a:r>
          <a:endParaRPr lang="en-IN" dirty="0"/>
        </a:p>
      </dgm:t>
    </dgm:pt>
    <dgm:pt modelId="{531CCC39-91A2-4848-B833-13F440C5A488}" type="parTrans" cxnId="{822519BE-54C3-4A25-83B5-4F0E009C688F}">
      <dgm:prSet/>
      <dgm:spPr/>
      <dgm:t>
        <a:bodyPr/>
        <a:lstStyle/>
        <a:p>
          <a:endParaRPr lang="en-IN"/>
        </a:p>
      </dgm:t>
    </dgm:pt>
    <dgm:pt modelId="{9EB05951-9E84-4E71-B41E-326AD7A37D0E}" type="sibTrans" cxnId="{822519BE-54C3-4A25-83B5-4F0E009C688F}">
      <dgm:prSet/>
      <dgm:spPr/>
      <dgm:t>
        <a:bodyPr/>
        <a:lstStyle/>
        <a:p>
          <a:endParaRPr lang="en-IN"/>
        </a:p>
      </dgm:t>
    </dgm:pt>
    <dgm:pt modelId="{54EA5458-C310-4D98-B89E-5028C5B2F0F2}">
      <dgm:prSet phldrT="[Text]"/>
      <dgm:spPr/>
      <dgm:t>
        <a:bodyPr/>
        <a:lstStyle/>
        <a:p>
          <a:pPr>
            <a:buNone/>
          </a:pPr>
          <a:r>
            <a:rPr lang="en-US" dirty="0"/>
            <a:t>Convert speech into text automatically.</a:t>
          </a:r>
          <a:endParaRPr lang="en-IN" dirty="0"/>
        </a:p>
      </dgm:t>
    </dgm:pt>
    <dgm:pt modelId="{2D30E6DF-BC2B-47E7-A4BD-283273FE87BE}" type="parTrans" cxnId="{85ED4323-E81B-4726-A354-E21432062A75}">
      <dgm:prSet/>
      <dgm:spPr/>
      <dgm:t>
        <a:bodyPr/>
        <a:lstStyle/>
        <a:p>
          <a:endParaRPr lang="en-IN"/>
        </a:p>
      </dgm:t>
    </dgm:pt>
    <dgm:pt modelId="{7C80A740-7036-4228-8969-12E3984AB034}" type="sibTrans" cxnId="{85ED4323-E81B-4726-A354-E21432062A75}">
      <dgm:prSet/>
      <dgm:spPr/>
      <dgm:t>
        <a:bodyPr/>
        <a:lstStyle/>
        <a:p>
          <a:endParaRPr lang="en-IN"/>
        </a:p>
      </dgm:t>
    </dgm:pt>
    <dgm:pt modelId="{159375C4-0798-4ABD-893C-380B38B1BDF6}">
      <dgm:prSet phldrT="[Text]" phldr="0"/>
      <dgm:spPr/>
      <dgm:t>
        <a:bodyPr/>
        <a:lstStyle/>
        <a:p>
          <a:r>
            <a:rPr lang="en-US" dirty="0"/>
            <a:t>UNIQUE VALUE PROPOSITION</a:t>
          </a:r>
          <a:endParaRPr lang="en-IN" dirty="0"/>
        </a:p>
      </dgm:t>
    </dgm:pt>
    <dgm:pt modelId="{045D11CB-6098-4A7F-B32B-FBF597873252}" type="parTrans" cxnId="{6070A528-7518-4363-A338-7433A21284F5}">
      <dgm:prSet/>
      <dgm:spPr/>
      <dgm:t>
        <a:bodyPr/>
        <a:lstStyle/>
        <a:p>
          <a:endParaRPr lang="en-IN"/>
        </a:p>
      </dgm:t>
    </dgm:pt>
    <dgm:pt modelId="{29A43ACD-267E-4009-8AFC-ADAFF1F7DFC7}" type="sibTrans" cxnId="{6070A528-7518-4363-A338-7433A21284F5}">
      <dgm:prSet/>
      <dgm:spPr/>
      <dgm:t>
        <a:bodyPr/>
        <a:lstStyle/>
        <a:p>
          <a:endParaRPr lang="en-IN"/>
        </a:p>
      </dgm:t>
    </dgm:pt>
    <dgm:pt modelId="{15A2C004-D0DE-4ED9-8D29-EB80EB27F4D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Real Time Live Meeting Analysis</a:t>
          </a:r>
          <a:endParaRPr lang="en-IN" dirty="0"/>
        </a:p>
      </dgm:t>
    </dgm:pt>
    <dgm:pt modelId="{8948BF0E-8495-46E5-9C6E-DC4D8B306E23}" type="parTrans" cxnId="{5FADA32C-F961-40D0-8F4B-272F0348D1BA}">
      <dgm:prSet/>
      <dgm:spPr/>
      <dgm:t>
        <a:bodyPr/>
        <a:lstStyle/>
        <a:p>
          <a:endParaRPr lang="en-IN"/>
        </a:p>
      </dgm:t>
    </dgm:pt>
    <dgm:pt modelId="{C169BB4A-71DD-4444-8F96-6119E8742DCA}" type="sibTrans" cxnId="{5FADA32C-F961-40D0-8F4B-272F0348D1BA}">
      <dgm:prSet/>
      <dgm:spPr/>
      <dgm:t>
        <a:bodyPr/>
        <a:lstStyle/>
        <a:p>
          <a:endParaRPr lang="en-IN"/>
        </a:p>
      </dgm:t>
    </dgm:pt>
    <dgm:pt modelId="{4C2EC31B-2AB4-4ED5-A214-B13E93CD0819}">
      <dgm:prSet/>
      <dgm:spPr/>
      <dgm:t>
        <a:bodyPr/>
        <a:lstStyle/>
        <a:p>
          <a:pPr>
            <a:buNone/>
          </a:pPr>
          <a:r>
            <a:rPr lang="en-US" dirty="0"/>
            <a:t>Manual note-taking is time-consuming and often misses important points.</a:t>
          </a:r>
        </a:p>
      </dgm:t>
    </dgm:pt>
    <dgm:pt modelId="{A75045CE-D531-4D1D-966D-FD31FDDB6B64}" type="parTrans" cxnId="{470A0898-956A-412C-A6B8-14DAFA41A566}">
      <dgm:prSet/>
      <dgm:spPr/>
      <dgm:t>
        <a:bodyPr/>
        <a:lstStyle/>
        <a:p>
          <a:endParaRPr lang="en-IN"/>
        </a:p>
      </dgm:t>
    </dgm:pt>
    <dgm:pt modelId="{DA90458D-83EA-4E1B-B9BE-117C44020FE1}" type="sibTrans" cxnId="{470A0898-956A-412C-A6B8-14DAFA41A566}">
      <dgm:prSet/>
      <dgm:spPr/>
      <dgm:t>
        <a:bodyPr/>
        <a:lstStyle/>
        <a:p>
          <a:endParaRPr lang="en-IN"/>
        </a:p>
      </dgm:t>
    </dgm:pt>
    <dgm:pt modelId="{0F6A9BC1-CB68-43A3-84FA-57E0BFA17866}">
      <dgm:prSet/>
      <dgm:spPr/>
      <dgm:t>
        <a:bodyPr/>
        <a:lstStyle/>
        <a:p>
          <a:pPr>
            <a:buNone/>
          </a:pPr>
          <a:r>
            <a:rPr lang="en-US"/>
            <a:t>Rewatching recorded sessions requires extra time and effort.</a:t>
          </a:r>
        </a:p>
      </dgm:t>
    </dgm:pt>
    <dgm:pt modelId="{A429E584-B7CA-4B48-A97B-7041D8D7147F}" type="parTrans" cxnId="{40EC72A4-6DE2-464B-8937-3933838DF895}">
      <dgm:prSet/>
      <dgm:spPr/>
      <dgm:t>
        <a:bodyPr/>
        <a:lstStyle/>
        <a:p>
          <a:endParaRPr lang="en-IN"/>
        </a:p>
      </dgm:t>
    </dgm:pt>
    <dgm:pt modelId="{DDC877FF-3C01-48DC-880E-9E7C81ABEB2E}" type="sibTrans" cxnId="{40EC72A4-6DE2-464B-8937-3933838DF895}">
      <dgm:prSet/>
      <dgm:spPr/>
      <dgm:t>
        <a:bodyPr/>
        <a:lstStyle/>
        <a:p>
          <a:endParaRPr lang="en-IN"/>
        </a:p>
      </dgm:t>
    </dgm:pt>
    <dgm:pt modelId="{54EEABF0-ED2E-4A2B-B1CC-CAB24D3153B3}">
      <dgm:prSet/>
      <dgm:spPr/>
      <dgm:t>
        <a:bodyPr/>
        <a:lstStyle/>
        <a:p>
          <a:pPr>
            <a:buNone/>
          </a:pPr>
          <a:r>
            <a:rPr lang="en-US" dirty="0"/>
            <a:t>Raw transcripts are lengthy, unstructured, and difficult to understand.</a:t>
          </a:r>
        </a:p>
      </dgm:t>
    </dgm:pt>
    <dgm:pt modelId="{208B0429-897E-4E20-AD02-A24DAB07C687}" type="parTrans" cxnId="{CE5CAA0C-CBE3-4450-B85B-FBA4A7F8DDDC}">
      <dgm:prSet/>
      <dgm:spPr/>
      <dgm:t>
        <a:bodyPr/>
        <a:lstStyle/>
        <a:p>
          <a:endParaRPr lang="en-IN"/>
        </a:p>
      </dgm:t>
    </dgm:pt>
    <dgm:pt modelId="{9CB6E245-CCF8-4A32-9DEA-42122A7B3B93}" type="sibTrans" cxnId="{CE5CAA0C-CBE3-4450-B85B-FBA4A7F8DDDC}">
      <dgm:prSet/>
      <dgm:spPr/>
      <dgm:t>
        <a:bodyPr/>
        <a:lstStyle/>
        <a:p>
          <a:endParaRPr lang="en-IN"/>
        </a:p>
      </dgm:t>
    </dgm:pt>
    <dgm:pt modelId="{BF916320-E2D0-490C-8516-834E0B612B73}">
      <dgm:prSet/>
      <dgm:spPr/>
      <dgm:t>
        <a:bodyPr/>
        <a:lstStyle/>
        <a:p>
          <a:pPr>
            <a:buNone/>
          </a:pPr>
          <a:r>
            <a:rPr lang="en-US"/>
            <a:t>Important details like decisions, key highlights, and action items get buried in long conversations.</a:t>
          </a:r>
        </a:p>
      </dgm:t>
    </dgm:pt>
    <dgm:pt modelId="{814C3692-6840-418D-8542-F568D5854C0F}" type="parTrans" cxnId="{2D13ED9F-059B-419E-9CEC-0299BEA1E21F}">
      <dgm:prSet/>
      <dgm:spPr/>
      <dgm:t>
        <a:bodyPr/>
        <a:lstStyle/>
        <a:p>
          <a:endParaRPr lang="en-IN"/>
        </a:p>
      </dgm:t>
    </dgm:pt>
    <dgm:pt modelId="{A997E277-EE1A-47FA-AD39-3F1CC45969AA}" type="sibTrans" cxnId="{2D13ED9F-059B-419E-9CEC-0299BEA1E21F}">
      <dgm:prSet/>
      <dgm:spPr/>
      <dgm:t>
        <a:bodyPr/>
        <a:lstStyle/>
        <a:p>
          <a:endParaRPr lang="en-IN"/>
        </a:p>
      </dgm:t>
    </dgm:pt>
    <dgm:pt modelId="{459D26BF-3BA8-406A-9C1B-B4514DA1D511}">
      <dgm:prSet/>
      <dgm:spPr/>
      <dgm:t>
        <a:bodyPr/>
        <a:lstStyle/>
        <a:p>
          <a:pPr>
            <a:buNone/>
          </a:pPr>
          <a:r>
            <a:rPr lang="en-US"/>
            <a:t>Existing tools provide only transcription, not intelligent analysis or structured summaries.</a:t>
          </a:r>
        </a:p>
      </dgm:t>
    </dgm:pt>
    <dgm:pt modelId="{E2C044BA-1564-4933-88CD-444906518531}" type="parTrans" cxnId="{0C074300-6D0F-48DF-A481-198D399282DF}">
      <dgm:prSet/>
      <dgm:spPr/>
      <dgm:t>
        <a:bodyPr/>
        <a:lstStyle/>
        <a:p>
          <a:endParaRPr lang="en-IN"/>
        </a:p>
      </dgm:t>
    </dgm:pt>
    <dgm:pt modelId="{CD581486-8AE5-4347-A83A-3308EF86766B}" type="sibTrans" cxnId="{0C074300-6D0F-48DF-A481-198D399282DF}">
      <dgm:prSet/>
      <dgm:spPr/>
      <dgm:t>
        <a:bodyPr/>
        <a:lstStyle/>
        <a:p>
          <a:endParaRPr lang="en-IN"/>
        </a:p>
      </dgm:t>
    </dgm:pt>
    <dgm:pt modelId="{13D28A16-BF5D-478D-89FB-FE643544C98E}">
      <dgm:prSet/>
      <dgm:spPr/>
      <dgm:t>
        <a:bodyPr/>
        <a:lstStyle/>
        <a:p>
          <a:pPr>
            <a:buNone/>
          </a:pPr>
          <a:r>
            <a:rPr lang="en-US" dirty="0"/>
            <a:t>This leads to reduced productivity and inefficient information management.</a:t>
          </a:r>
        </a:p>
      </dgm:t>
    </dgm:pt>
    <dgm:pt modelId="{17B670A6-64D2-4A10-A086-BC56FDE57631}" type="parTrans" cxnId="{1B9E15E4-C8C1-4AEC-93E7-3AFD687C4258}">
      <dgm:prSet/>
      <dgm:spPr/>
      <dgm:t>
        <a:bodyPr/>
        <a:lstStyle/>
        <a:p>
          <a:endParaRPr lang="en-IN"/>
        </a:p>
      </dgm:t>
    </dgm:pt>
    <dgm:pt modelId="{7D5A2C3F-91A6-4D5C-A467-F1CDBFC10654}" type="sibTrans" cxnId="{1B9E15E4-C8C1-4AEC-93E7-3AFD687C4258}">
      <dgm:prSet/>
      <dgm:spPr/>
      <dgm:t>
        <a:bodyPr/>
        <a:lstStyle/>
        <a:p>
          <a:endParaRPr lang="en-IN"/>
        </a:p>
      </dgm:t>
    </dgm:pt>
    <dgm:pt modelId="{A14FB4DC-71BB-4A31-96A6-D6E6A8450FB1}">
      <dgm:prSet phldrT="[Text]" phldr="0"/>
      <dgm:spPr/>
      <dgm:t>
        <a:bodyPr/>
        <a:lstStyle/>
        <a:p>
          <a:r>
            <a:rPr lang="en-US" dirty="0"/>
            <a:t>PROPOSED SOLUTION</a:t>
          </a:r>
          <a:endParaRPr lang="en-IN" dirty="0"/>
        </a:p>
      </dgm:t>
    </dgm:pt>
    <dgm:pt modelId="{D735C66B-13F4-4235-8059-6D76E46EA346}" type="parTrans" cxnId="{DF42A655-3777-48FE-A358-C941CDA344C0}">
      <dgm:prSet/>
      <dgm:spPr/>
      <dgm:t>
        <a:bodyPr/>
        <a:lstStyle/>
        <a:p>
          <a:endParaRPr lang="en-IN"/>
        </a:p>
      </dgm:t>
    </dgm:pt>
    <dgm:pt modelId="{20CCA677-72A8-4A27-9A33-B512B3B8CCD6}" type="sibTrans" cxnId="{DF42A655-3777-48FE-A358-C941CDA344C0}">
      <dgm:prSet/>
      <dgm:spPr/>
      <dgm:t>
        <a:bodyPr/>
        <a:lstStyle/>
        <a:p>
          <a:endParaRPr lang="en-IN"/>
        </a:p>
      </dgm:t>
    </dgm:pt>
    <dgm:pt modelId="{6D4C55AF-9C27-4192-B8C2-ABCAF4CCF7B7}">
      <dgm:prSet/>
      <dgm:spPr/>
      <dgm:t>
        <a:bodyPr/>
        <a:lstStyle/>
        <a:p>
          <a:pPr>
            <a:buNone/>
          </a:pPr>
          <a:r>
            <a:rPr lang="en-US" dirty="0"/>
            <a:t>Analyze transcript using AI and NLP.</a:t>
          </a:r>
        </a:p>
      </dgm:t>
    </dgm:pt>
    <dgm:pt modelId="{F276C5BA-E039-49DB-960F-B5CB8C122DE1}" type="parTrans" cxnId="{2F95682F-68C3-4C95-8F23-F09B31FFA212}">
      <dgm:prSet/>
      <dgm:spPr/>
      <dgm:t>
        <a:bodyPr/>
        <a:lstStyle/>
        <a:p>
          <a:endParaRPr lang="en-IN"/>
        </a:p>
      </dgm:t>
    </dgm:pt>
    <dgm:pt modelId="{F2EE8B35-3E61-41F6-8903-6BD8933128C8}" type="sibTrans" cxnId="{2F95682F-68C3-4C95-8F23-F09B31FFA212}">
      <dgm:prSet/>
      <dgm:spPr/>
      <dgm:t>
        <a:bodyPr/>
        <a:lstStyle/>
        <a:p>
          <a:endParaRPr lang="en-IN"/>
        </a:p>
      </dgm:t>
    </dgm:pt>
    <dgm:pt modelId="{C0FD978E-8C79-4EE7-8BB9-98B4D0B72253}">
      <dgm:prSet/>
      <dgm:spPr/>
      <dgm:t>
        <a:bodyPr/>
        <a:lstStyle/>
        <a:p>
          <a:pPr>
            <a:buNone/>
          </a:pPr>
          <a:r>
            <a:rPr lang="en-US" dirty="0"/>
            <a:t>Generate concise summary of discussion.</a:t>
          </a:r>
        </a:p>
      </dgm:t>
    </dgm:pt>
    <dgm:pt modelId="{E1EA6A7C-4EF4-4C1D-84B1-3B6FFB4ECD9D}" type="parTrans" cxnId="{19F030BB-2E99-4490-A4A7-4BFB23FFDCCF}">
      <dgm:prSet/>
      <dgm:spPr/>
      <dgm:t>
        <a:bodyPr/>
        <a:lstStyle/>
        <a:p>
          <a:endParaRPr lang="en-IN"/>
        </a:p>
      </dgm:t>
    </dgm:pt>
    <dgm:pt modelId="{2F907248-E4E2-4C78-B02F-8AF9712A24B2}" type="sibTrans" cxnId="{19F030BB-2E99-4490-A4A7-4BFB23FFDCCF}">
      <dgm:prSet/>
      <dgm:spPr/>
      <dgm:t>
        <a:bodyPr/>
        <a:lstStyle/>
        <a:p>
          <a:endParaRPr lang="en-IN"/>
        </a:p>
      </dgm:t>
    </dgm:pt>
    <dgm:pt modelId="{A96FE1D7-F09C-4A9F-9EEC-CF552EF78775}">
      <dgm:prSet/>
      <dgm:spPr/>
      <dgm:t>
        <a:bodyPr/>
        <a:lstStyle/>
        <a:p>
          <a:pPr>
            <a:buNone/>
          </a:pPr>
          <a:r>
            <a:rPr lang="en-US"/>
            <a:t>Extract key points and action items.</a:t>
          </a:r>
        </a:p>
      </dgm:t>
    </dgm:pt>
    <dgm:pt modelId="{D012D858-D109-4264-A4C9-1D2032657734}" type="parTrans" cxnId="{FE1D15F4-C78D-48F6-849D-7A88593BD5E5}">
      <dgm:prSet/>
      <dgm:spPr/>
      <dgm:t>
        <a:bodyPr/>
        <a:lstStyle/>
        <a:p>
          <a:endParaRPr lang="en-IN"/>
        </a:p>
      </dgm:t>
    </dgm:pt>
    <dgm:pt modelId="{7E5640B3-07B9-41B1-8DED-E4C2CD560C5E}" type="sibTrans" cxnId="{FE1D15F4-C78D-48F6-849D-7A88593BD5E5}">
      <dgm:prSet/>
      <dgm:spPr/>
      <dgm:t>
        <a:bodyPr/>
        <a:lstStyle/>
        <a:p>
          <a:endParaRPr lang="en-IN"/>
        </a:p>
      </dgm:t>
    </dgm:pt>
    <dgm:pt modelId="{C8798B83-69BE-47FC-BF47-BA3E3872CF83}">
      <dgm:prSet/>
      <dgm:spPr/>
      <dgm:t>
        <a:bodyPr/>
        <a:lstStyle/>
        <a:p>
          <a:pPr>
            <a:buNone/>
          </a:pPr>
          <a:r>
            <a:rPr lang="en-IN"/>
            <a:t>Organize content topic-wise.</a:t>
          </a:r>
        </a:p>
      </dgm:t>
    </dgm:pt>
    <dgm:pt modelId="{E3AE1C5E-9C6A-4325-B26B-109FD59FEE85}" type="parTrans" cxnId="{F895BB7B-DACB-48B6-AF88-13F768B71778}">
      <dgm:prSet/>
      <dgm:spPr/>
      <dgm:t>
        <a:bodyPr/>
        <a:lstStyle/>
        <a:p>
          <a:endParaRPr lang="en-IN"/>
        </a:p>
      </dgm:t>
    </dgm:pt>
    <dgm:pt modelId="{4FA1CE91-AFDD-4BEB-9A5A-F58A39ABE0F6}" type="sibTrans" cxnId="{F895BB7B-DACB-48B6-AF88-13F768B71778}">
      <dgm:prSet/>
      <dgm:spPr/>
      <dgm:t>
        <a:bodyPr/>
        <a:lstStyle/>
        <a:p>
          <a:endParaRPr lang="en-IN"/>
        </a:p>
      </dgm:t>
    </dgm:pt>
    <dgm:pt modelId="{9AE51CA9-1EB2-4651-9F53-4058B43D4705}">
      <dgm:prSet/>
      <dgm:spPr/>
      <dgm:t>
        <a:bodyPr/>
        <a:lstStyle/>
        <a:p>
          <a:pPr>
            <a:buNone/>
          </a:pPr>
          <a:r>
            <a:rPr lang="en-US" dirty="0"/>
            <a:t>Display structured results in a clear </a:t>
          </a:r>
          <a:r>
            <a:rPr lang="en-US"/>
            <a:t>format.</a:t>
          </a:r>
          <a:endParaRPr lang="en-US" dirty="0"/>
        </a:p>
      </dgm:t>
    </dgm:pt>
    <dgm:pt modelId="{BBBC77D4-6C1F-423A-AAC8-581935616EF3}" type="parTrans" cxnId="{EC890E94-EA78-4B9A-BBA4-B9363E47A4A8}">
      <dgm:prSet/>
      <dgm:spPr/>
      <dgm:t>
        <a:bodyPr/>
        <a:lstStyle/>
        <a:p>
          <a:endParaRPr lang="en-IN"/>
        </a:p>
      </dgm:t>
    </dgm:pt>
    <dgm:pt modelId="{BB0A4C14-12A9-49B8-8BF7-C23EE5A14707}" type="sibTrans" cxnId="{EC890E94-EA78-4B9A-BBA4-B9363E47A4A8}">
      <dgm:prSet/>
      <dgm:spPr/>
      <dgm:t>
        <a:bodyPr/>
        <a:lstStyle/>
        <a:p>
          <a:endParaRPr lang="en-IN"/>
        </a:p>
      </dgm:t>
    </dgm:pt>
    <dgm:pt modelId="{2842AEC6-4F24-4751-B92E-F74F54849F1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Automatically detects action items and decisions.</a:t>
          </a:r>
        </a:p>
      </dgm:t>
    </dgm:pt>
    <dgm:pt modelId="{B5EF076D-1641-4F78-8284-52B5B12A4F81}" type="parTrans" cxnId="{59D00698-628C-409D-BE06-9ACD6A7870B7}">
      <dgm:prSet/>
      <dgm:spPr/>
      <dgm:t>
        <a:bodyPr/>
        <a:lstStyle/>
        <a:p>
          <a:endParaRPr lang="en-IN"/>
        </a:p>
      </dgm:t>
    </dgm:pt>
    <dgm:pt modelId="{32EE1D7B-8150-4631-A59B-5871212FC7C8}" type="sibTrans" cxnId="{59D00698-628C-409D-BE06-9ACD6A7870B7}">
      <dgm:prSet/>
      <dgm:spPr/>
      <dgm:t>
        <a:bodyPr/>
        <a:lstStyle/>
        <a:p>
          <a:endParaRPr lang="en-IN"/>
        </a:p>
      </dgm:t>
    </dgm:pt>
    <dgm:pt modelId="{6731EBB6-DFED-4298-A207-EEC22D36CE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Converts long discussions into clear, topic-wise summaries.</a:t>
          </a:r>
        </a:p>
      </dgm:t>
    </dgm:pt>
    <dgm:pt modelId="{F448CF13-186C-470F-AF69-1E01E16F625A}" type="parTrans" cxnId="{45C4986E-9D31-4F61-A5BA-9C956355E31D}">
      <dgm:prSet/>
      <dgm:spPr/>
      <dgm:t>
        <a:bodyPr/>
        <a:lstStyle/>
        <a:p>
          <a:endParaRPr lang="en-IN"/>
        </a:p>
      </dgm:t>
    </dgm:pt>
    <dgm:pt modelId="{58195294-009C-4D2E-B905-4DE290974E93}" type="sibTrans" cxnId="{45C4986E-9D31-4F61-A5BA-9C956355E31D}">
      <dgm:prSet/>
      <dgm:spPr/>
      <dgm:t>
        <a:bodyPr/>
        <a:lstStyle/>
        <a:p>
          <a:endParaRPr lang="en-IN"/>
        </a:p>
      </dgm:t>
    </dgm:pt>
    <dgm:pt modelId="{340DCFA9-DAFA-4FBA-8EE1-1AA555BCB4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Reduces manual effort and saves time.</a:t>
          </a:r>
        </a:p>
      </dgm:t>
    </dgm:pt>
    <dgm:pt modelId="{18D86759-2384-4500-A469-26776DEB292D}" type="parTrans" cxnId="{9B8C3770-D709-4025-B68C-881B0A7BCC0D}">
      <dgm:prSet/>
      <dgm:spPr/>
      <dgm:t>
        <a:bodyPr/>
        <a:lstStyle/>
        <a:p>
          <a:endParaRPr lang="en-IN"/>
        </a:p>
      </dgm:t>
    </dgm:pt>
    <dgm:pt modelId="{24EEDF9C-41A4-45D3-BE0F-B9D0B2676F1C}" type="sibTrans" cxnId="{9B8C3770-D709-4025-B68C-881B0A7BCC0D}">
      <dgm:prSet/>
      <dgm:spPr/>
      <dgm:t>
        <a:bodyPr/>
        <a:lstStyle/>
        <a:p>
          <a:endParaRPr lang="en-IN"/>
        </a:p>
      </dgm:t>
    </dgm:pt>
    <dgm:pt modelId="{36DE50E3-801E-4559-8C7B-31145D6F56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Provides analytical insights beyond simple transcription.</a:t>
          </a:r>
        </a:p>
      </dgm:t>
    </dgm:pt>
    <dgm:pt modelId="{1D51E502-A7A3-4D19-AC8D-D7CCCD96ECA4}" type="parTrans" cxnId="{D2B34663-4645-4B1A-89BD-F183457A875D}">
      <dgm:prSet/>
      <dgm:spPr/>
      <dgm:t>
        <a:bodyPr/>
        <a:lstStyle/>
        <a:p>
          <a:endParaRPr lang="en-IN"/>
        </a:p>
      </dgm:t>
    </dgm:pt>
    <dgm:pt modelId="{39DAF602-0A38-47E3-94D0-985D87EC5C96}" type="sibTrans" cxnId="{D2B34663-4645-4B1A-89BD-F183457A875D}">
      <dgm:prSet/>
      <dgm:spPr/>
      <dgm:t>
        <a:bodyPr/>
        <a:lstStyle/>
        <a:p>
          <a:endParaRPr lang="en-IN"/>
        </a:p>
      </dgm:t>
    </dgm:pt>
    <dgm:pt modelId="{64124326-2C82-4CB5-BA6A-017150D585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Enhances productivity in education and corporate </a:t>
          </a:r>
          <a:r>
            <a:rPr lang="en-US"/>
            <a:t>environments.</a:t>
          </a:r>
          <a:endParaRPr lang="en-US" dirty="0"/>
        </a:p>
      </dgm:t>
    </dgm:pt>
    <dgm:pt modelId="{DA98A0D1-FD43-49E5-A695-58DE96274AC0}" type="parTrans" cxnId="{94B06B3F-1AA0-4281-821C-9C2BA55E6E6E}">
      <dgm:prSet/>
      <dgm:spPr/>
      <dgm:t>
        <a:bodyPr/>
        <a:lstStyle/>
        <a:p>
          <a:endParaRPr lang="en-IN"/>
        </a:p>
      </dgm:t>
    </dgm:pt>
    <dgm:pt modelId="{DD3FC144-9982-4EA1-8B92-40BED19B41BF}" type="sibTrans" cxnId="{94B06B3F-1AA0-4281-821C-9C2BA55E6E6E}">
      <dgm:prSet/>
      <dgm:spPr/>
      <dgm:t>
        <a:bodyPr/>
        <a:lstStyle/>
        <a:p>
          <a:endParaRPr lang="en-IN"/>
        </a:p>
      </dgm:t>
    </dgm:pt>
    <dgm:pt modelId="{26DC8A53-88C1-4390-8BF7-A36DC33DC76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End-to-end AI solution from speech to structured insights.</a:t>
          </a:r>
          <a:endParaRPr lang="en-IN" dirty="0"/>
        </a:p>
      </dgm:t>
    </dgm:pt>
    <dgm:pt modelId="{9DEC292B-167F-4062-B72A-C929961BEA2A}" type="parTrans" cxnId="{0D2F0623-3BD2-425A-BF98-4282288C1F1D}">
      <dgm:prSet/>
      <dgm:spPr/>
      <dgm:t>
        <a:bodyPr/>
        <a:lstStyle/>
        <a:p>
          <a:endParaRPr lang="en-IN"/>
        </a:p>
      </dgm:t>
    </dgm:pt>
    <dgm:pt modelId="{1F423790-91F6-493E-905E-60C7C60666D3}" type="sibTrans" cxnId="{0D2F0623-3BD2-425A-BF98-4282288C1F1D}">
      <dgm:prSet/>
      <dgm:spPr/>
      <dgm:t>
        <a:bodyPr/>
        <a:lstStyle/>
        <a:p>
          <a:endParaRPr lang="en-IN"/>
        </a:p>
      </dgm:t>
    </dgm:pt>
    <dgm:pt modelId="{11E39D5C-EFCA-4D37-B615-D2201DA00B05}" type="pres">
      <dgm:prSet presAssocID="{AD7042E3-9D6D-4DFE-9C9F-7695B86ED9B2}" presName="theList" presStyleCnt="0">
        <dgm:presLayoutVars>
          <dgm:dir/>
          <dgm:animLvl val="lvl"/>
          <dgm:resizeHandles val="exact"/>
        </dgm:presLayoutVars>
      </dgm:prSet>
      <dgm:spPr/>
    </dgm:pt>
    <dgm:pt modelId="{2EFD1DA5-31E5-446E-BC66-E737A56A94AD}" type="pres">
      <dgm:prSet presAssocID="{F8274C96-D8E2-480B-8DA4-2F4ACAB3EDD0}" presName="compNode" presStyleCnt="0"/>
      <dgm:spPr/>
    </dgm:pt>
    <dgm:pt modelId="{1C131969-3209-4BFE-AF44-44DB44915DB9}" type="pres">
      <dgm:prSet presAssocID="{F8274C96-D8E2-480B-8DA4-2F4ACAB3EDD0}" presName="aNode" presStyleLbl="bgShp" presStyleIdx="0" presStyleCnt="3"/>
      <dgm:spPr/>
    </dgm:pt>
    <dgm:pt modelId="{1A584547-578D-4FD8-9E4E-C6C76ADDAAA4}" type="pres">
      <dgm:prSet presAssocID="{F8274C96-D8E2-480B-8DA4-2F4ACAB3EDD0}" presName="textNode" presStyleLbl="bgShp" presStyleIdx="0" presStyleCnt="3"/>
      <dgm:spPr/>
    </dgm:pt>
    <dgm:pt modelId="{F764AFDC-397E-4FC1-BF13-D02156E8B871}" type="pres">
      <dgm:prSet presAssocID="{F8274C96-D8E2-480B-8DA4-2F4ACAB3EDD0}" presName="compChildNode" presStyleCnt="0"/>
      <dgm:spPr/>
    </dgm:pt>
    <dgm:pt modelId="{D0D5066F-3FFE-4E54-AEBE-94961D3FB02F}" type="pres">
      <dgm:prSet presAssocID="{F8274C96-D8E2-480B-8DA4-2F4ACAB3EDD0}" presName="theInnerList" presStyleCnt="0"/>
      <dgm:spPr/>
    </dgm:pt>
    <dgm:pt modelId="{3DDD6E41-3672-401E-8F04-812D49A61FD2}" type="pres">
      <dgm:prSet presAssocID="{218EB4F2-C267-4D11-BC9D-44EC5F040B51}" presName="childNode" presStyleLbl="node1" presStyleIdx="0" presStyleCnt="20">
        <dgm:presLayoutVars>
          <dgm:bulletEnabled val="1"/>
        </dgm:presLayoutVars>
      </dgm:prSet>
      <dgm:spPr/>
    </dgm:pt>
    <dgm:pt modelId="{F131E673-CACE-41E1-89D1-565F65016A94}" type="pres">
      <dgm:prSet presAssocID="{218EB4F2-C267-4D11-BC9D-44EC5F040B51}" presName="aSpace2" presStyleCnt="0"/>
      <dgm:spPr/>
    </dgm:pt>
    <dgm:pt modelId="{9857971B-864B-4602-A107-B587A5BBC119}" type="pres">
      <dgm:prSet presAssocID="{4C2EC31B-2AB4-4ED5-A214-B13E93CD0819}" presName="childNode" presStyleLbl="node1" presStyleIdx="1" presStyleCnt="20">
        <dgm:presLayoutVars>
          <dgm:bulletEnabled val="1"/>
        </dgm:presLayoutVars>
      </dgm:prSet>
      <dgm:spPr/>
    </dgm:pt>
    <dgm:pt modelId="{6F651BAF-8D46-4481-8B58-71AB9C9507B8}" type="pres">
      <dgm:prSet presAssocID="{4C2EC31B-2AB4-4ED5-A214-B13E93CD0819}" presName="aSpace2" presStyleCnt="0"/>
      <dgm:spPr/>
    </dgm:pt>
    <dgm:pt modelId="{7120516C-409A-41E5-A847-7AF913A098B2}" type="pres">
      <dgm:prSet presAssocID="{0F6A9BC1-CB68-43A3-84FA-57E0BFA17866}" presName="childNode" presStyleLbl="node1" presStyleIdx="2" presStyleCnt="20">
        <dgm:presLayoutVars>
          <dgm:bulletEnabled val="1"/>
        </dgm:presLayoutVars>
      </dgm:prSet>
      <dgm:spPr/>
    </dgm:pt>
    <dgm:pt modelId="{EB415811-AC1D-478C-A8C6-8540E6517A41}" type="pres">
      <dgm:prSet presAssocID="{0F6A9BC1-CB68-43A3-84FA-57E0BFA17866}" presName="aSpace2" presStyleCnt="0"/>
      <dgm:spPr/>
    </dgm:pt>
    <dgm:pt modelId="{4360BDA0-AD75-47F3-AE20-50AEB11C20C3}" type="pres">
      <dgm:prSet presAssocID="{54EEABF0-ED2E-4A2B-B1CC-CAB24D3153B3}" presName="childNode" presStyleLbl="node1" presStyleIdx="3" presStyleCnt="20">
        <dgm:presLayoutVars>
          <dgm:bulletEnabled val="1"/>
        </dgm:presLayoutVars>
      </dgm:prSet>
      <dgm:spPr/>
    </dgm:pt>
    <dgm:pt modelId="{A51851D5-2C2D-44EA-9411-52B9385869E5}" type="pres">
      <dgm:prSet presAssocID="{54EEABF0-ED2E-4A2B-B1CC-CAB24D3153B3}" presName="aSpace2" presStyleCnt="0"/>
      <dgm:spPr/>
    </dgm:pt>
    <dgm:pt modelId="{4493B34B-31FD-4FF1-80D2-21B6B8CA485E}" type="pres">
      <dgm:prSet presAssocID="{BF916320-E2D0-490C-8516-834E0B612B73}" presName="childNode" presStyleLbl="node1" presStyleIdx="4" presStyleCnt="20">
        <dgm:presLayoutVars>
          <dgm:bulletEnabled val="1"/>
        </dgm:presLayoutVars>
      </dgm:prSet>
      <dgm:spPr/>
    </dgm:pt>
    <dgm:pt modelId="{CBA535B4-D7F8-436D-952D-6629D26F686E}" type="pres">
      <dgm:prSet presAssocID="{BF916320-E2D0-490C-8516-834E0B612B73}" presName="aSpace2" presStyleCnt="0"/>
      <dgm:spPr/>
    </dgm:pt>
    <dgm:pt modelId="{A2BB9A59-4D53-4215-8D7E-7E715DCF28B0}" type="pres">
      <dgm:prSet presAssocID="{459D26BF-3BA8-406A-9C1B-B4514DA1D511}" presName="childNode" presStyleLbl="node1" presStyleIdx="5" presStyleCnt="20">
        <dgm:presLayoutVars>
          <dgm:bulletEnabled val="1"/>
        </dgm:presLayoutVars>
      </dgm:prSet>
      <dgm:spPr/>
    </dgm:pt>
    <dgm:pt modelId="{6EE235A2-1541-42BE-B82E-7E738CB6B6A5}" type="pres">
      <dgm:prSet presAssocID="{459D26BF-3BA8-406A-9C1B-B4514DA1D511}" presName="aSpace2" presStyleCnt="0"/>
      <dgm:spPr/>
    </dgm:pt>
    <dgm:pt modelId="{B4E4CD4F-DBDE-4943-84ED-5DD54F709F5C}" type="pres">
      <dgm:prSet presAssocID="{13D28A16-BF5D-478D-89FB-FE643544C98E}" presName="childNode" presStyleLbl="node1" presStyleIdx="6" presStyleCnt="20">
        <dgm:presLayoutVars>
          <dgm:bulletEnabled val="1"/>
        </dgm:presLayoutVars>
      </dgm:prSet>
      <dgm:spPr/>
    </dgm:pt>
    <dgm:pt modelId="{442C2B77-2594-44B5-ADA0-2699CDB0F055}" type="pres">
      <dgm:prSet presAssocID="{F8274C96-D8E2-480B-8DA4-2F4ACAB3EDD0}" presName="aSpace" presStyleCnt="0"/>
      <dgm:spPr/>
    </dgm:pt>
    <dgm:pt modelId="{8DB216A8-CA6E-4810-9C3C-F666634DFB5E}" type="pres">
      <dgm:prSet presAssocID="{A14FB4DC-71BB-4A31-96A6-D6E6A8450FB1}" presName="compNode" presStyleCnt="0"/>
      <dgm:spPr/>
    </dgm:pt>
    <dgm:pt modelId="{533ACDED-EF6E-4926-A0AA-ABF0385500EB}" type="pres">
      <dgm:prSet presAssocID="{A14FB4DC-71BB-4A31-96A6-D6E6A8450FB1}" presName="aNode" presStyleLbl="bgShp" presStyleIdx="1" presStyleCnt="3"/>
      <dgm:spPr/>
    </dgm:pt>
    <dgm:pt modelId="{22B419BA-1B94-46B1-B581-542237AD7FD7}" type="pres">
      <dgm:prSet presAssocID="{A14FB4DC-71BB-4A31-96A6-D6E6A8450FB1}" presName="textNode" presStyleLbl="bgShp" presStyleIdx="1" presStyleCnt="3"/>
      <dgm:spPr/>
    </dgm:pt>
    <dgm:pt modelId="{64DC1498-F2D3-4DCF-B1AA-7760A80D4916}" type="pres">
      <dgm:prSet presAssocID="{A14FB4DC-71BB-4A31-96A6-D6E6A8450FB1}" presName="compChildNode" presStyleCnt="0"/>
      <dgm:spPr/>
    </dgm:pt>
    <dgm:pt modelId="{198F6F63-867D-41A0-8BBA-A51D0D08F42A}" type="pres">
      <dgm:prSet presAssocID="{A14FB4DC-71BB-4A31-96A6-D6E6A8450FB1}" presName="theInnerList" presStyleCnt="0"/>
      <dgm:spPr/>
    </dgm:pt>
    <dgm:pt modelId="{72DCBCA4-5E31-471B-911D-D388E8BB67C6}" type="pres">
      <dgm:prSet presAssocID="{54EA5458-C310-4D98-B89E-5028C5B2F0F2}" presName="childNode" presStyleLbl="node1" presStyleIdx="7" presStyleCnt="20">
        <dgm:presLayoutVars>
          <dgm:bulletEnabled val="1"/>
        </dgm:presLayoutVars>
      </dgm:prSet>
      <dgm:spPr/>
    </dgm:pt>
    <dgm:pt modelId="{A83D162F-053A-449A-9EFD-AB4603D046E5}" type="pres">
      <dgm:prSet presAssocID="{54EA5458-C310-4D98-B89E-5028C5B2F0F2}" presName="aSpace2" presStyleCnt="0"/>
      <dgm:spPr/>
    </dgm:pt>
    <dgm:pt modelId="{3AB20539-9A13-4342-8A2F-E0A56BE95C1A}" type="pres">
      <dgm:prSet presAssocID="{6D4C55AF-9C27-4192-B8C2-ABCAF4CCF7B7}" presName="childNode" presStyleLbl="node1" presStyleIdx="8" presStyleCnt="20">
        <dgm:presLayoutVars>
          <dgm:bulletEnabled val="1"/>
        </dgm:presLayoutVars>
      </dgm:prSet>
      <dgm:spPr/>
    </dgm:pt>
    <dgm:pt modelId="{6D67B8EF-B6EB-42E9-BFDE-AAF6FCE9C5E7}" type="pres">
      <dgm:prSet presAssocID="{6D4C55AF-9C27-4192-B8C2-ABCAF4CCF7B7}" presName="aSpace2" presStyleCnt="0"/>
      <dgm:spPr/>
    </dgm:pt>
    <dgm:pt modelId="{6F15A8B0-CC90-44D8-8A84-5605D7567249}" type="pres">
      <dgm:prSet presAssocID="{C0FD978E-8C79-4EE7-8BB9-98B4D0B72253}" presName="childNode" presStyleLbl="node1" presStyleIdx="9" presStyleCnt="20">
        <dgm:presLayoutVars>
          <dgm:bulletEnabled val="1"/>
        </dgm:presLayoutVars>
      </dgm:prSet>
      <dgm:spPr/>
    </dgm:pt>
    <dgm:pt modelId="{3D0B5E71-DF62-45A8-BC52-1F22F0C8683C}" type="pres">
      <dgm:prSet presAssocID="{C0FD978E-8C79-4EE7-8BB9-98B4D0B72253}" presName="aSpace2" presStyleCnt="0"/>
      <dgm:spPr/>
    </dgm:pt>
    <dgm:pt modelId="{8FB4644E-4795-45A6-BF84-22D0A1ED9EF2}" type="pres">
      <dgm:prSet presAssocID="{A96FE1D7-F09C-4A9F-9EEC-CF552EF78775}" presName="childNode" presStyleLbl="node1" presStyleIdx="10" presStyleCnt="20">
        <dgm:presLayoutVars>
          <dgm:bulletEnabled val="1"/>
        </dgm:presLayoutVars>
      </dgm:prSet>
      <dgm:spPr/>
    </dgm:pt>
    <dgm:pt modelId="{7BB2EF96-12CD-4596-86BF-CF82ADD93401}" type="pres">
      <dgm:prSet presAssocID="{A96FE1D7-F09C-4A9F-9EEC-CF552EF78775}" presName="aSpace2" presStyleCnt="0"/>
      <dgm:spPr/>
    </dgm:pt>
    <dgm:pt modelId="{3113A49C-8D9A-4B96-9FFE-4AFF20B548C9}" type="pres">
      <dgm:prSet presAssocID="{C8798B83-69BE-47FC-BF47-BA3E3872CF83}" presName="childNode" presStyleLbl="node1" presStyleIdx="11" presStyleCnt="20">
        <dgm:presLayoutVars>
          <dgm:bulletEnabled val="1"/>
        </dgm:presLayoutVars>
      </dgm:prSet>
      <dgm:spPr/>
    </dgm:pt>
    <dgm:pt modelId="{5A5DDC64-E5B3-4867-AF3F-9C1AD7FD3952}" type="pres">
      <dgm:prSet presAssocID="{C8798B83-69BE-47FC-BF47-BA3E3872CF83}" presName="aSpace2" presStyleCnt="0"/>
      <dgm:spPr/>
    </dgm:pt>
    <dgm:pt modelId="{1F08A2A8-9504-4C48-905C-55E440D248BD}" type="pres">
      <dgm:prSet presAssocID="{9AE51CA9-1EB2-4651-9F53-4058B43D4705}" presName="childNode" presStyleLbl="node1" presStyleIdx="12" presStyleCnt="20">
        <dgm:presLayoutVars>
          <dgm:bulletEnabled val="1"/>
        </dgm:presLayoutVars>
      </dgm:prSet>
      <dgm:spPr/>
    </dgm:pt>
    <dgm:pt modelId="{2FFB2DCF-935F-4A1D-A727-32739945E310}" type="pres">
      <dgm:prSet presAssocID="{A14FB4DC-71BB-4A31-96A6-D6E6A8450FB1}" presName="aSpace" presStyleCnt="0"/>
      <dgm:spPr/>
    </dgm:pt>
    <dgm:pt modelId="{5A6E97B3-77B7-4058-8B2D-31A9D531D6EA}" type="pres">
      <dgm:prSet presAssocID="{159375C4-0798-4ABD-893C-380B38B1BDF6}" presName="compNode" presStyleCnt="0"/>
      <dgm:spPr/>
    </dgm:pt>
    <dgm:pt modelId="{7BFF4F52-2E9C-4F62-B89B-A289F49D9718}" type="pres">
      <dgm:prSet presAssocID="{159375C4-0798-4ABD-893C-380B38B1BDF6}" presName="aNode" presStyleLbl="bgShp" presStyleIdx="2" presStyleCnt="3"/>
      <dgm:spPr/>
    </dgm:pt>
    <dgm:pt modelId="{6D4A1226-F1EA-4AD7-A639-5EF2B1462FCB}" type="pres">
      <dgm:prSet presAssocID="{159375C4-0798-4ABD-893C-380B38B1BDF6}" presName="textNode" presStyleLbl="bgShp" presStyleIdx="2" presStyleCnt="3"/>
      <dgm:spPr/>
    </dgm:pt>
    <dgm:pt modelId="{ADE878E1-6873-42EA-8354-B94F08314BA2}" type="pres">
      <dgm:prSet presAssocID="{159375C4-0798-4ABD-893C-380B38B1BDF6}" presName="compChildNode" presStyleCnt="0"/>
      <dgm:spPr/>
    </dgm:pt>
    <dgm:pt modelId="{71B6A238-788E-4C0E-866E-94F1B912F8F6}" type="pres">
      <dgm:prSet presAssocID="{159375C4-0798-4ABD-893C-380B38B1BDF6}" presName="theInnerList" presStyleCnt="0"/>
      <dgm:spPr/>
    </dgm:pt>
    <dgm:pt modelId="{7BA10764-61F8-4837-BE06-60C30D17AED0}" type="pres">
      <dgm:prSet presAssocID="{15A2C004-D0DE-4ED9-8D29-EB80EB27F4DF}" presName="childNode" presStyleLbl="node1" presStyleIdx="13" presStyleCnt="20">
        <dgm:presLayoutVars>
          <dgm:bulletEnabled val="1"/>
        </dgm:presLayoutVars>
      </dgm:prSet>
      <dgm:spPr/>
    </dgm:pt>
    <dgm:pt modelId="{E7FED2BB-059D-4D19-8547-1F4772D94F4B}" type="pres">
      <dgm:prSet presAssocID="{15A2C004-D0DE-4ED9-8D29-EB80EB27F4DF}" presName="aSpace2" presStyleCnt="0"/>
      <dgm:spPr/>
    </dgm:pt>
    <dgm:pt modelId="{6B27039A-42B4-4EDE-8422-96D766EEA2E1}" type="pres">
      <dgm:prSet presAssocID="{26DC8A53-88C1-4390-8BF7-A36DC33DC762}" presName="childNode" presStyleLbl="node1" presStyleIdx="14" presStyleCnt="20">
        <dgm:presLayoutVars>
          <dgm:bulletEnabled val="1"/>
        </dgm:presLayoutVars>
      </dgm:prSet>
      <dgm:spPr/>
    </dgm:pt>
    <dgm:pt modelId="{E2181FE4-0718-461E-89BD-0D593455E806}" type="pres">
      <dgm:prSet presAssocID="{26DC8A53-88C1-4390-8BF7-A36DC33DC762}" presName="aSpace2" presStyleCnt="0"/>
      <dgm:spPr/>
    </dgm:pt>
    <dgm:pt modelId="{1B7DBF6E-0B24-48D0-A117-E48ECF66691C}" type="pres">
      <dgm:prSet presAssocID="{2842AEC6-4F24-4751-B92E-F74F54849F1E}" presName="childNode" presStyleLbl="node1" presStyleIdx="15" presStyleCnt="20">
        <dgm:presLayoutVars>
          <dgm:bulletEnabled val="1"/>
        </dgm:presLayoutVars>
      </dgm:prSet>
      <dgm:spPr/>
    </dgm:pt>
    <dgm:pt modelId="{31BB5882-7DE5-4531-B9CE-998F41A43A57}" type="pres">
      <dgm:prSet presAssocID="{2842AEC6-4F24-4751-B92E-F74F54849F1E}" presName="aSpace2" presStyleCnt="0"/>
      <dgm:spPr/>
    </dgm:pt>
    <dgm:pt modelId="{5244F975-D457-4B31-BAF6-D14205B2910D}" type="pres">
      <dgm:prSet presAssocID="{6731EBB6-DFED-4298-A207-EEC22D36CE7D}" presName="childNode" presStyleLbl="node1" presStyleIdx="16" presStyleCnt="20">
        <dgm:presLayoutVars>
          <dgm:bulletEnabled val="1"/>
        </dgm:presLayoutVars>
      </dgm:prSet>
      <dgm:spPr/>
    </dgm:pt>
    <dgm:pt modelId="{A0221267-F99E-4CA4-A5F0-83316055071F}" type="pres">
      <dgm:prSet presAssocID="{6731EBB6-DFED-4298-A207-EEC22D36CE7D}" presName="aSpace2" presStyleCnt="0"/>
      <dgm:spPr/>
    </dgm:pt>
    <dgm:pt modelId="{D1111A71-F920-42DB-B220-E84DA1A268B1}" type="pres">
      <dgm:prSet presAssocID="{340DCFA9-DAFA-4FBA-8EE1-1AA555BCB4DC}" presName="childNode" presStyleLbl="node1" presStyleIdx="17" presStyleCnt="20">
        <dgm:presLayoutVars>
          <dgm:bulletEnabled val="1"/>
        </dgm:presLayoutVars>
      </dgm:prSet>
      <dgm:spPr/>
    </dgm:pt>
    <dgm:pt modelId="{6E60EFD1-73DB-45F3-AD72-4AACCD746879}" type="pres">
      <dgm:prSet presAssocID="{340DCFA9-DAFA-4FBA-8EE1-1AA555BCB4DC}" presName="aSpace2" presStyleCnt="0"/>
      <dgm:spPr/>
    </dgm:pt>
    <dgm:pt modelId="{F0198F1F-D52A-4E81-903C-A9889677FA6B}" type="pres">
      <dgm:prSet presAssocID="{36DE50E3-801E-4559-8C7B-31145D6F5650}" presName="childNode" presStyleLbl="node1" presStyleIdx="18" presStyleCnt="20">
        <dgm:presLayoutVars>
          <dgm:bulletEnabled val="1"/>
        </dgm:presLayoutVars>
      </dgm:prSet>
      <dgm:spPr/>
    </dgm:pt>
    <dgm:pt modelId="{B4684CAB-051A-4BA4-B2E4-C6BBF7E45B3B}" type="pres">
      <dgm:prSet presAssocID="{36DE50E3-801E-4559-8C7B-31145D6F5650}" presName="aSpace2" presStyleCnt="0"/>
      <dgm:spPr/>
    </dgm:pt>
    <dgm:pt modelId="{EA2C96B9-A523-4F1E-9982-36AAF8DE06E6}" type="pres">
      <dgm:prSet presAssocID="{64124326-2C82-4CB5-BA6A-017150D58567}" presName="childNode" presStyleLbl="node1" presStyleIdx="19" presStyleCnt="20">
        <dgm:presLayoutVars>
          <dgm:bulletEnabled val="1"/>
        </dgm:presLayoutVars>
      </dgm:prSet>
      <dgm:spPr/>
    </dgm:pt>
  </dgm:ptLst>
  <dgm:cxnLst>
    <dgm:cxn modelId="{0C074300-6D0F-48DF-A481-198D399282DF}" srcId="{F8274C96-D8E2-480B-8DA4-2F4ACAB3EDD0}" destId="{459D26BF-3BA8-406A-9C1B-B4514DA1D511}" srcOrd="5" destOrd="0" parTransId="{E2C044BA-1564-4933-88CD-444906518531}" sibTransId="{CD581486-8AE5-4347-A83A-3308EF86766B}"/>
    <dgm:cxn modelId="{4C71A405-F229-4C63-A4A2-9E79F4A36CDD}" type="presOf" srcId="{2842AEC6-4F24-4751-B92E-F74F54849F1E}" destId="{1B7DBF6E-0B24-48D0-A117-E48ECF66691C}" srcOrd="0" destOrd="0" presId="urn:microsoft.com/office/officeart/2005/8/layout/lProcess2"/>
    <dgm:cxn modelId="{CE5CAA0C-CBE3-4450-B85B-FBA4A7F8DDDC}" srcId="{F8274C96-D8E2-480B-8DA4-2F4ACAB3EDD0}" destId="{54EEABF0-ED2E-4A2B-B1CC-CAB24D3153B3}" srcOrd="3" destOrd="0" parTransId="{208B0429-897E-4E20-AD02-A24DAB07C687}" sibTransId="{9CB6E245-CCF8-4A32-9DEA-42122A7B3B93}"/>
    <dgm:cxn modelId="{38C8C311-C630-4707-8D15-4DC6A8AB0CE4}" type="presOf" srcId="{0F6A9BC1-CB68-43A3-84FA-57E0BFA17866}" destId="{7120516C-409A-41E5-A847-7AF913A098B2}" srcOrd="0" destOrd="0" presId="urn:microsoft.com/office/officeart/2005/8/layout/lProcess2"/>
    <dgm:cxn modelId="{A64EA215-34A1-426F-85D1-94A64DEE77E0}" type="presOf" srcId="{54EA5458-C310-4D98-B89E-5028C5B2F0F2}" destId="{72DCBCA4-5E31-471B-911D-D388E8BB67C6}" srcOrd="0" destOrd="0" presId="urn:microsoft.com/office/officeart/2005/8/layout/lProcess2"/>
    <dgm:cxn modelId="{B47B5B16-8198-4A97-9BDE-03C043D0891B}" type="presOf" srcId="{6D4C55AF-9C27-4192-B8C2-ABCAF4CCF7B7}" destId="{3AB20539-9A13-4342-8A2F-E0A56BE95C1A}" srcOrd="0" destOrd="0" presId="urn:microsoft.com/office/officeart/2005/8/layout/lProcess2"/>
    <dgm:cxn modelId="{9D046E1B-E947-4EE2-847A-59740B19C2FC}" type="presOf" srcId="{F8274C96-D8E2-480B-8DA4-2F4ACAB3EDD0}" destId="{1A584547-578D-4FD8-9E4E-C6C76ADDAAA4}" srcOrd="1" destOrd="0" presId="urn:microsoft.com/office/officeart/2005/8/layout/lProcess2"/>
    <dgm:cxn modelId="{C06E1C1E-ADC5-4250-838F-5BF5BB6E2193}" type="presOf" srcId="{64124326-2C82-4CB5-BA6A-017150D58567}" destId="{EA2C96B9-A523-4F1E-9982-36AAF8DE06E6}" srcOrd="0" destOrd="0" presId="urn:microsoft.com/office/officeart/2005/8/layout/lProcess2"/>
    <dgm:cxn modelId="{0D2F0623-3BD2-425A-BF98-4282288C1F1D}" srcId="{159375C4-0798-4ABD-893C-380B38B1BDF6}" destId="{26DC8A53-88C1-4390-8BF7-A36DC33DC762}" srcOrd="1" destOrd="0" parTransId="{9DEC292B-167F-4062-B72A-C929961BEA2A}" sibTransId="{1F423790-91F6-493E-905E-60C7C60666D3}"/>
    <dgm:cxn modelId="{85ED4323-E81B-4726-A354-E21432062A75}" srcId="{A14FB4DC-71BB-4A31-96A6-D6E6A8450FB1}" destId="{54EA5458-C310-4D98-B89E-5028C5B2F0F2}" srcOrd="0" destOrd="0" parTransId="{2D30E6DF-BC2B-47E7-A4BD-283273FE87BE}" sibTransId="{7C80A740-7036-4228-8969-12E3984AB034}"/>
    <dgm:cxn modelId="{6070A528-7518-4363-A338-7433A21284F5}" srcId="{AD7042E3-9D6D-4DFE-9C9F-7695B86ED9B2}" destId="{159375C4-0798-4ABD-893C-380B38B1BDF6}" srcOrd="2" destOrd="0" parTransId="{045D11CB-6098-4A7F-B32B-FBF597873252}" sibTransId="{29A43ACD-267E-4009-8AFC-ADAFF1F7DFC7}"/>
    <dgm:cxn modelId="{5FADA32C-F961-40D0-8F4B-272F0348D1BA}" srcId="{159375C4-0798-4ABD-893C-380B38B1BDF6}" destId="{15A2C004-D0DE-4ED9-8D29-EB80EB27F4DF}" srcOrd="0" destOrd="0" parTransId="{8948BF0E-8495-46E5-9C6E-DC4D8B306E23}" sibTransId="{C169BB4A-71DD-4444-8F96-6119E8742DCA}"/>
    <dgm:cxn modelId="{2F95682F-68C3-4C95-8F23-F09B31FFA212}" srcId="{A14FB4DC-71BB-4A31-96A6-D6E6A8450FB1}" destId="{6D4C55AF-9C27-4192-B8C2-ABCAF4CCF7B7}" srcOrd="1" destOrd="0" parTransId="{F276C5BA-E039-49DB-960F-B5CB8C122DE1}" sibTransId="{F2EE8B35-3E61-41F6-8903-6BD8933128C8}"/>
    <dgm:cxn modelId="{C6C3742F-BDC4-4B0A-B453-7E36E40299C3}" type="presOf" srcId="{340DCFA9-DAFA-4FBA-8EE1-1AA555BCB4DC}" destId="{D1111A71-F920-42DB-B220-E84DA1A268B1}" srcOrd="0" destOrd="0" presId="urn:microsoft.com/office/officeart/2005/8/layout/lProcess2"/>
    <dgm:cxn modelId="{8FBCCB3B-1F22-4245-A2E3-797DC603307B}" type="presOf" srcId="{459D26BF-3BA8-406A-9C1B-B4514DA1D511}" destId="{A2BB9A59-4D53-4215-8D7E-7E715DCF28B0}" srcOrd="0" destOrd="0" presId="urn:microsoft.com/office/officeart/2005/8/layout/lProcess2"/>
    <dgm:cxn modelId="{BFDDD63D-2E5C-4870-B5AA-20DC30CCC9B1}" srcId="{AD7042E3-9D6D-4DFE-9C9F-7695B86ED9B2}" destId="{F8274C96-D8E2-480B-8DA4-2F4ACAB3EDD0}" srcOrd="0" destOrd="0" parTransId="{F2031312-ED42-4C3D-9FD3-D230DA10DC38}" sibTransId="{7B56BD16-A5C1-475C-8BD8-F8A148EF6633}"/>
    <dgm:cxn modelId="{2F2D5E3E-8E6D-4904-B367-8CC288A10B5D}" type="presOf" srcId="{A14FB4DC-71BB-4A31-96A6-D6E6A8450FB1}" destId="{22B419BA-1B94-46B1-B581-542237AD7FD7}" srcOrd="1" destOrd="0" presId="urn:microsoft.com/office/officeart/2005/8/layout/lProcess2"/>
    <dgm:cxn modelId="{94B06B3F-1AA0-4281-821C-9C2BA55E6E6E}" srcId="{159375C4-0798-4ABD-893C-380B38B1BDF6}" destId="{64124326-2C82-4CB5-BA6A-017150D58567}" srcOrd="6" destOrd="0" parTransId="{DA98A0D1-FD43-49E5-A695-58DE96274AC0}" sibTransId="{DD3FC144-9982-4EA1-8B92-40BED19B41BF}"/>
    <dgm:cxn modelId="{D2B34663-4645-4B1A-89BD-F183457A875D}" srcId="{159375C4-0798-4ABD-893C-380B38B1BDF6}" destId="{36DE50E3-801E-4559-8C7B-31145D6F5650}" srcOrd="5" destOrd="0" parTransId="{1D51E502-A7A3-4D19-AC8D-D7CCCD96ECA4}" sibTransId="{39DAF602-0A38-47E3-94D0-985D87EC5C96}"/>
    <dgm:cxn modelId="{5A1FAD44-F40B-423E-9A26-C6D13F40F8DC}" type="presOf" srcId="{26DC8A53-88C1-4390-8BF7-A36DC33DC762}" destId="{6B27039A-42B4-4EDE-8422-96D766EEA2E1}" srcOrd="0" destOrd="0" presId="urn:microsoft.com/office/officeart/2005/8/layout/lProcess2"/>
    <dgm:cxn modelId="{45C4986E-9D31-4F61-A5BA-9C956355E31D}" srcId="{159375C4-0798-4ABD-893C-380B38B1BDF6}" destId="{6731EBB6-DFED-4298-A207-EEC22D36CE7D}" srcOrd="3" destOrd="0" parTransId="{F448CF13-186C-470F-AF69-1E01E16F625A}" sibTransId="{58195294-009C-4D2E-B905-4DE290974E93}"/>
    <dgm:cxn modelId="{9B8C3770-D709-4025-B68C-881B0A7BCC0D}" srcId="{159375C4-0798-4ABD-893C-380B38B1BDF6}" destId="{340DCFA9-DAFA-4FBA-8EE1-1AA555BCB4DC}" srcOrd="4" destOrd="0" parTransId="{18D86759-2384-4500-A469-26776DEB292D}" sibTransId="{24EEDF9C-41A4-45D3-BE0F-B9D0B2676F1C}"/>
    <dgm:cxn modelId="{428D4570-F0FD-4B47-9DA5-BD22C5E12DE9}" type="presOf" srcId="{F8274C96-D8E2-480B-8DA4-2F4ACAB3EDD0}" destId="{1C131969-3209-4BFE-AF44-44DB44915DB9}" srcOrd="0" destOrd="0" presId="urn:microsoft.com/office/officeart/2005/8/layout/lProcess2"/>
    <dgm:cxn modelId="{DF42A655-3777-48FE-A358-C941CDA344C0}" srcId="{AD7042E3-9D6D-4DFE-9C9F-7695B86ED9B2}" destId="{A14FB4DC-71BB-4A31-96A6-D6E6A8450FB1}" srcOrd="1" destOrd="0" parTransId="{D735C66B-13F4-4235-8059-6D76E46EA346}" sibTransId="{20CCA677-72A8-4A27-9A33-B512B3B8CCD6}"/>
    <dgm:cxn modelId="{6539D678-81DF-495E-A12A-3DC52970CAF6}" type="presOf" srcId="{15A2C004-D0DE-4ED9-8D29-EB80EB27F4DF}" destId="{7BA10764-61F8-4837-BE06-60C30D17AED0}" srcOrd="0" destOrd="0" presId="urn:microsoft.com/office/officeart/2005/8/layout/lProcess2"/>
    <dgm:cxn modelId="{57C0455A-D76A-4CCF-BB54-701C08F81A78}" type="presOf" srcId="{BF916320-E2D0-490C-8516-834E0B612B73}" destId="{4493B34B-31FD-4FF1-80D2-21B6B8CA485E}" srcOrd="0" destOrd="0" presId="urn:microsoft.com/office/officeart/2005/8/layout/lProcess2"/>
    <dgm:cxn modelId="{9D7C1A7B-A427-439B-A181-7752FC08553F}" type="presOf" srcId="{6731EBB6-DFED-4298-A207-EEC22D36CE7D}" destId="{5244F975-D457-4B31-BAF6-D14205B2910D}" srcOrd="0" destOrd="0" presId="urn:microsoft.com/office/officeart/2005/8/layout/lProcess2"/>
    <dgm:cxn modelId="{F895BB7B-DACB-48B6-AF88-13F768B71778}" srcId="{A14FB4DC-71BB-4A31-96A6-D6E6A8450FB1}" destId="{C8798B83-69BE-47FC-BF47-BA3E3872CF83}" srcOrd="4" destOrd="0" parTransId="{E3AE1C5E-9C6A-4325-B26B-109FD59FEE85}" sibTransId="{4FA1CE91-AFDD-4BEB-9A5A-F58A39ABE0F6}"/>
    <dgm:cxn modelId="{5DFBFD7F-5867-449B-8AE5-608C8950915E}" type="presOf" srcId="{AD7042E3-9D6D-4DFE-9C9F-7695B86ED9B2}" destId="{11E39D5C-EFCA-4D37-B615-D2201DA00B05}" srcOrd="0" destOrd="0" presId="urn:microsoft.com/office/officeart/2005/8/layout/lProcess2"/>
    <dgm:cxn modelId="{F6CC2A8D-DE9B-4BBF-A532-0F0736975E23}" type="presOf" srcId="{C0FD978E-8C79-4EE7-8BB9-98B4D0B72253}" destId="{6F15A8B0-CC90-44D8-8A84-5605D7567249}" srcOrd="0" destOrd="0" presId="urn:microsoft.com/office/officeart/2005/8/layout/lProcess2"/>
    <dgm:cxn modelId="{324BA391-59D9-4F35-8B5C-069A110DE8CF}" type="presOf" srcId="{C8798B83-69BE-47FC-BF47-BA3E3872CF83}" destId="{3113A49C-8D9A-4B96-9FFE-4AFF20B548C9}" srcOrd="0" destOrd="0" presId="urn:microsoft.com/office/officeart/2005/8/layout/lProcess2"/>
    <dgm:cxn modelId="{EC890E94-EA78-4B9A-BBA4-B9363E47A4A8}" srcId="{A14FB4DC-71BB-4A31-96A6-D6E6A8450FB1}" destId="{9AE51CA9-1EB2-4651-9F53-4058B43D4705}" srcOrd="5" destOrd="0" parTransId="{BBBC77D4-6C1F-423A-AAC8-581935616EF3}" sibTransId="{BB0A4C14-12A9-49B8-8BF7-C23EE5A14707}"/>
    <dgm:cxn modelId="{59D00698-628C-409D-BE06-9ACD6A7870B7}" srcId="{159375C4-0798-4ABD-893C-380B38B1BDF6}" destId="{2842AEC6-4F24-4751-B92E-F74F54849F1E}" srcOrd="2" destOrd="0" parTransId="{B5EF076D-1641-4F78-8284-52B5B12A4F81}" sibTransId="{32EE1D7B-8150-4631-A59B-5871212FC7C8}"/>
    <dgm:cxn modelId="{470A0898-956A-412C-A6B8-14DAFA41A566}" srcId="{F8274C96-D8E2-480B-8DA4-2F4ACAB3EDD0}" destId="{4C2EC31B-2AB4-4ED5-A214-B13E93CD0819}" srcOrd="1" destOrd="0" parTransId="{A75045CE-D531-4D1D-966D-FD31FDDB6B64}" sibTransId="{DA90458D-83EA-4E1B-B9BE-117C44020FE1}"/>
    <dgm:cxn modelId="{2D13ED9F-059B-419E-9CEC-0299BEA1E21F}" srcId="{F8274C96-D8E2-480B-8DA4-2F4ACAB3EDD0}" destId="{BF916320-E2D0-490C-8516-834E0B612B73}" srcOrd="4" destOrd="0" parTransId="{814C3692-6840-418D-8542-F568D5854C0F}" sibTransId="{A997E277-EE1A-47FA-AD39-3F1CC45969AA}"/>
    <dgm:cxn modelId="{40EC72A4-6DE2-464B-8937-3933838DF895}" srcId="{F8274C96-D8E2-480B-8DA4-2F4ACAB3EDD0}" destId="{0F6A9BC1-CB68-43A3-84FA-57E0BFA17866}" srcOrd="2" destOrd="0" parTransId="{A429E584-B7CA-4B48-A97B-7041D8D7147F}" sibTransId="{DDC877FF-3C01-48DC-880E-9E7C81ABEB2E}"/>
    <dgm:cxn modelId="{C8E36CAA-9BA5-412F-BBB0-2980C912F7C0}" type="presOf" srcId="{13D28A16-BF5D-478D-89FB-FE643544C98E}" destId="{B4E4CD4F-DBDE-4943-84ED-5DD54F709F5C}" srcOrd="0" destOrd="0" presId="urn:microsoft.com/office/officeart/2005/8/layout/lProcess2"/>
    <dgm:cxn modelId="{19F030BB-2E99-4490-A4A7-4BFB23FFDCCF}" srcId="{A14FB4DC-71BB-4A31-96A6-D6E6A8450FB1}" destId="{C0FD978E-8C79-4EE7-8BB9-98B4D0B72253}" srcOrd="2" destOrd="0" parTransId="{E1EA6A7C-4EF4-4C1D-84B1-3B6FFB4ECD9D}" sibTransId="{2F907248-E4E2-4C78-B02F-8AF9712A24B2}"/>
    <dgm:cxn modelId="{183A53BD-A858-4180-8620-DB3B41F410D5}" type="presOf" srcId="{159375C4-0798-4ABD-893C-380B38B1BDF6}" destId="{6D4A1226-F1EA-4AD7-A639-5EF2B1462FCB}" srcOrd="1" destOrd="0" presId="urn:microsoft.com/office/officeart/2005/8/layout/lProcess2"/>
    <dgm:cxn modelId="{822519BE-54C3-4A25-83B5-4F0E009C688F}" srcId="{F8274C96-D8E2-480B-8DA4-2F4ACAB3EDD0}" destId="{218EB4F2-C267-4D11-BC9D-44EC5F040B51}" srcOrd="0" destOrd="0" parTransId="{531CCC39-91A2-4848-B833-13F440C5A488}" sibTransId="{9EB05951-9E84-4E71-B41E-326AD7A37D0E}"/>
    <dgm:cxn modelId="{E1460AC2-65A0-4BF2-BA87-766AD85390FE}" type="presOf" srcId="{218EB4F2-C267-4D11-BC9D-44EC5F040B51}" destId="{3DDD6E41-3672-401E-8F04-812D49A61FD2}" srcOrd="0" destOrd="0" presId="urn:microsoft.com/office/officeart/2005/8/layout/lProcess2"/>
    <dgm:cxn modelId="{D4FABCC5-C431-45EF-897E-FC1C46A35C0A}" type="presOf" srcId="{A14FB4DC-71BB-4A31-96A6-D6E6A8450FB1}" destId="{533ACDED-EF6E-4926-A0AA-ABF0385500EB}" srcOrd="0" destOrd="0" presId="urn:microsoft.com/office/officeart/2005/8/layout/lProcess2"/>
    <dgm:cxn modelId="{DB0EFFCA-BCF6-4191-9875-394B2A8A90F2}" type="presOf" srcId="{36DE50E3-801E-4559-8C7B-31145D6F5650}" destId="{F0198F1F-D52A-4E81-903C-A9889677FA6B}" srcOrd="0" destOrd="0" presId="urn:microsoft.com/office/officeart/2005/8/layout/lProcess2"/>
    <dgm:cxn modelId="{C519DECD-6362-4D85-A35A-C1A0C8B8C709}" type="presOf" srcId="{A96FE1D7-F09C-4A9F-9EEC-CF552EF78775}" destId="{8FB4644E-4795-45A6-BF84-22D0A1ED9EF2}" srcOrd="0" destOrd="0" presId="urn:microsoft.com/office/officeart/2005/8/layout/lProcess2"/>
    <dgm:cxn modelId="{4AEB44DC-6D0E-4F80-8C34-AC9B6E5687B0}" type="presOf" srcId="{4C2EC31B-2AB4-4ED5-A214-B13E93CD0819}" destId="{9857971B-864B-4602-A107-B587A5BBC119}" srcOrd="0" destOrd="0" presId="urn:microsoft.com/office/officeart/2005/8/layout/lProcess2"/>
    <dgm:cxn modelId="{E46298DC-6212-4C03-83E5-5BEB5AFCEE6F}" type="presOf" srcId="{159375C4-0798-4ABD-893C-380B38B1BDF6}" destId="{7BFF4F52-2E9C-4F62-B89B-A289F49D9718}" srcOrd="0" destOrd="0" presId="urn:microsoft.com/office/officeart/2005/8/layout/lProcess2"/>
    <dgm:cxn modelId="{1B9E15E4-C8C1-4AEC-93E7-3AFD687C4258}" srcId="{F8274C96-D8E2-480B-8DA4-2F4ACAB3EDD0}" destId="{13D28A16-BF5D-478D-89FB-FE643544C98E}" srcOrd="6" destOrd="0" parTransId="{17B670A6-64D2-4A10-A086-BC56FDE57631}" sibTransId="{7D5A2C3F-91A6-4D5C-A467-F1CDBFC10654}"/>
    <dgm:cxn modelId="{FE1D15F4-C78D-48F6-849D-7A88593BD5E5}" srcId="{A14FB4DC-71BB-4A31-96A6-D6E6A8450FB1}" destId="{A96FE1D7-F09C-4A9F-9EEC-CF552EF78775}" srcOrd="3" destOrd="0" parTransId="{D012D858-D109-4264-A4C9-1D2032657734}" sibTransId="{7E5640B3-07B9-41B1-8DED-E4C2CD560C5E}"/>
    <dgm:cxn modelId="{C8DDF6F6-77D5-49A1-9A23-07B10D3F87DE}" type="presOf" srcId="{54EEABF0-ED2E-4A2B-B1CC-CAB24D3153B3}" destId="{4360BDA0-AD75-47F3-AE20-50AEB11C20C3}" srcOrd="0" destOrd="0" presId="urn:microsoft.com/office/officeart/2005/8/layout/lProcess2"/>
    <dgm:cxn modelId="{45E89FFD-A5EB-46A3-B9BC-51A73BB00A70}" type="presOf" srcId="{9AE51CA9-1EB2-4651-9F53-4058B43D4705}" destId="{1F08A2A8-9504-4C48-905C-55E440D248BD}" srcOrd="0" destOrd="0" presId="urn:microsoft.com/office/officeart/2005/8/layout/lProcess2"/>
    <dgm:cxn modelId="{0398061C-67A1-49DD-A94A-BCC2D1171B0E}" type="presParOf" srcId="{11E39D5C-EFCA-4D37-B615-D2201DA00B05}" destId="{2EFD1DA5-31E5-446E-BC66-E737A56A94AD}" srcOrd="0" destOrd="0" presId="urn:microsoft.com/office/officeart/2005/8/layout/lProcess2"/>
    <dgm:cxn modelId="{141D62FA-902D-41CA-8E85-7C7D56C895F2}" type="presParOf" srcId="{2EFD1DA5-31E5-446E-BC66-E737A56A94AD}" destId="{1C131969-3209-4BFE-AF44-44DB44915DB9}" srcOrd="0" destOrd="0" presId="urn:microsoft.com/office/officeart/2005/8/layout/lProcess2"/>
    <dgm:cxn modelId="{1C0D8178-BDB5-4A27-B32B-6F1E17E900C0}" type="presParOf" srcId="{2EFD1DA5-31E5-446E-BC66-E737A56A94AD}" destId="{1A584547-578D-4FD8-9E4E-C6C76ADDAAA4}" srcOrd="1" destOrd="0" presId="urn:microsoft.com/office/officeart/2005/8/layout/lProcess2"/>
    <dgm:cxn modelId="{7C6C8892-6069-4299-BA26-91E57C273952}" type="presParOf" srcId="{2EFD1DA5-31E5-446E-BC66-E737A56A94AD}" destId="{F764AFDC-397E-4FC1-BF13-D02156E8B871}" srcOrd="2" destOrd="0" presId="urn:microsoft.com/office/officeart/2005/8/layout/lProcess2"/>
    <dgm:cxn modelId="{808134C4-1739-4201-B967-B3B5D8D274D0}" type="presParOf" srcId="{F764AFDC-397E-4FC1-BF13-D02156E8B871}" destId="{D0D5066F-3FFE-4E54-AEBE-94961D3FB02F}" srcOrd="0" destOrd="0" presId="urn:microsoft.com/office/officeart/2005/8/layout/lProcess2"/>
    <dgm:cxn modelId="{38E40CAF-4F0B-4641-BC30-46135F9D0804}" type="presParOf" srcId="{D0D5066F-3FFE-4E54-AEBE-94961D3FB02F}" destId="{3DDD6E41-3672-401E-8F04-812D49A61FD2}" srcOrd="0" destOrd="0" presId="urn:microsoft.com/office/officeart/2005/8/layout/lProcess2"/>
    <dgm:cxn modelId="{EBEC6FE9-007D-47AA-867A-2BF89274B7A3}" type="presParOf" srcId="{D0D5066F-3FFE-4E54-AEBE-94961D3FB02F}" destId="{F131E673-CACE-41E1-89D1-565F65016A94}" srcOrd="1" destOrd="0" presId="urn:microsoft.com/office/officeart/2005/8/layout/lProcess2"/>
    <dgm:cxn modelId="{826377A0-6302-4319-B25C-D5C3516FF97B}" type="presParOf" srcId="{D0D5066F-3FFE-4E54-AEBE-94961D3FB02F}" destId="{9857971B-864B-4602-A107-B587A5BBC119}" srcOrd="2" destOrd="0" presId="urn:microsoft.com/office/officeart/2005/8/layout/lProcess2"/>
    <dgm:cxn modelId="{2541DFCB-8165-4FA6-8510-B63309F6D951}" type="presParOf" srcId="{D0D5066F-3FFE-4E54-AEBE-94961D3FB02F}" destId="{6F651BAF-8D46-4481-8B58-71AB9C9507B8}" srcOrd="3" destOrd="0" presId="urn:microsoft.com/office/officeart/2005/8/layout/lProcess2"/>
    <dgm:cxn modelId="{3F068C28-F6C5-48E5-8660-25C2D81C7C75}" type="presParOf" srcId="{D0D5066F-3FFE-4E54-AEBE-94961D3FB02F}" destId="{7120516C-409A-41E5-A847-7AF913A098B2}" srcOrd="4" destOrd="0" presId="urn:microsoft.com/office/officeart/2005/8/layout/lProcess2"/>
    <dgm:cxn modelId="{94452972-CA7F-4BC1-B817-099C63A8FE88}" type="presParOf" srcId="{D0D5066F-3FFE-4E54-AEBE-94961D3FB02F}" destId="{EB415811-AC1D-478C-A8C6-8540E6517A41}" srcOrd="5" destOrd="0" presId="urn:microsoft.com/office/officeart/2005/8/layout/lProcess2"/>
    <dgm:cxn modelId="{960FFA3A-596D-418D-9C15-EA4B7B0BE9A9}" type="presParOf" srcId="{D0D5066F-3FFE-4E54-AEBE-94961D3FB02F}" destId="{4360BDA0-AD75-47F3-AE20-50AEB11C20C3}" srcOrd="6" destOrd="0" presId="urn:microsoft.com/office/officeart/2005/8/layout/lProcess2"/>
    <dgm:cxn modelId="{9D6D1425-5CE4-436A-93C9-F45C890E1BE0}" type="presParOf" srcId="{D0D5066F-3FFE-4E54-AEBE-94961D3FB02F}" destId="{A51851D5-2C2D-44EA-9411-52B9385869E5}" srcOrd="7" destOrd="0" presId="urn:microsoft.com/office/officeart/2005/8/layout/lProcess2"/>
    <dgm:cxn modelId="{3B78F585-5CD5-4D99-9152-1188FFBF209E}" type="presParOf" srcId="{D0D5066F-3FFE-4E54-AEBE-94961D3FB02F}" destId="{4493B34B-31FD-4FF1-80D2-21B6B8CA485E}" srcOrd="8" destOrd="0" presId="urn:microsoft.com/office/officeart/2005/8/layout/lProcess2"/>
    <dgm:cxn modelId="{47E06996-0127-4A6E-8453-FFD4CA41A84A}" type="presParOf" srcId="{D0D5066F-3FFE-4E54-AEBE-94961D3FB02F}" destId="{CBA535B4-D7F8-436D-952D-6629D26F686E}" srcOrd="9" destOrd="0" presId="urn:microsoft.com/office/officeart/2005/8/layout/lProcess2"/>
    <dgm:cxn modelId="{B13B3BCA-916D-454E-833A-CE7D88E6B8C7}" type="presParOf" srcId="{D0D5066F-3FFE-4E54-AEBE-94961D3FB02F}" destId="{A2BB9A59-4D53-4215-8D7E-7E715DCF28B0}" srcOrd="10" destOrd="0" presId="urn:microsoft.com/office/officeart/2005/8/layout/lProcess2"/>
    <dgm:cxn modelId="{CFB65979-C3C9-4FC7-A876-A2883693D729}" type="presParOf" srcId="{D0D5066F-3FFE-4E54-AEBE-94961D3FB02F}" destId="{6EE235A2-1541-42BE-B82E-7E738CB6B6A5}" srcOrd="11" destOrd="0" presId="urn:microsoft.com/office/officeart/2005/8/layout/lProcess2"/>
    <dgm:cxn modelId="{76D12A9B-8E5C-4B22-B235-0F249FCB594E}" type="presParOf" srcId="{D0D5066F-3FFE-4E54-AEBE-94961D3FB02F}" destId="{B4E4CD4F-DBDE-4943-84ED-5DD54F709F5C}" srcOrd="12" destOrd="0" presId="urn:microsoft.com/office/officeart/2005/8/layout/lProcess2"/>
    <dgm:cxn modelId="{4F150B5E-FE3C-459F-BF41-EE14119FBF0A}" type="presParOf" srcId="{11E39D5C-EFCA-4D37-B615-D2201DA00B05}" destId="{442C2B77-2594-44B5-ADA0-2699CDB0F055}" srcOrd="1" destOrd="0" presId="urn:microsoft.com/office/officeart/2005/8/layout/lProcess2"/>
    <dgm:cxn modelId="{B4CD3FAE-C56A-4351-ABD7-B078510FCAA8}" type="presParOf" srcId="{11E39D5C-EFCA-4D37-B615-D2201DA00B05}" destId="{8DB216A8-CA6E-4810-9C3C-F666634DFB5E}" srcOrd="2" destOrd="0" presId="urn:microsoft.com/office/officeart/2005/8/layout/lProcess2"/>
    <dgm:cxn modelId="{68F11566-301F-47D3-83F3-36943401B4B9}" type="presParOf" srcId="{8DB216A8-CA6E-4810-9C3C-F666634DFB5E}" destId="{533ACDED-EF6E-4926-A0AA-ABF0385500EB}" srcOrd="0" destOrd="0" presId="urn:microsoft.com/office/officeart/2005/8/layout/lProcess2"/>
    <dgm:cxn modelId="{F7515A52-FA02-4BEF-997B-FF9B98DA5BAD}" type="presParOf" srcId="{8DB216A8-CA6E-4810-9C3C-F666634DFB5E}" destId="{22B419BA-1B94-46B1-B581-542237AD7FD7}" srcOrd="1" destOrd="0" presId="urn:microsoft.com/office/officeart/2005/8/layout/lProcess2"/>
    <dgm:cxn modelId="{AC11EFDD-846E-4024-A6E5-B3494D7965E2}" type="presParOf" srcId="{8DB216A8-CA6E-4810-9C3C-F666634DFB5E}" destId="{64DC1498-F2D3-4DCF-B1AA-7760A80D4916}" srcOrd="2" destOrd="0" presId="urn:microsoft.com/office/officeart/2005/8/layout/lProcess2"/>
    <dgm:cxn modelId="{47A64D08-91F1-44D1-A735-9F4B4F633CB5}" type="presParOf" srcId="{64DC1498-F2D3-4DCF-B1AA-7760A80D4916}" destId="{198F6F63-867D-41A0-8BBA-A51D0D08F42A}" srcOrd="0" destOrd="0" presId="urn:microsoft.com/office/officeart/2005/8/layout/lProcess2"/>
    <dgm:cxn modelId="{AFEE9F03-755F-44A7-BD78-F53CC925B1C1}" type="presParOf" srcId="{198F6F63-867D-41A0-8BBA-A51D0D08F42A}" destId="{72DCBCA4-5E31-471B-911D-D388E8BB67C6}" srcOrd="0" destOrd="0" presId="urn:microsoft.com/office/officeart/2005/8/layout/lProcess2"/>
    <dgm:cxn modelId="{5FA68433-258E-4B40-8FEF-984C20491F0B}" type="presParOf" srcId="{198F6F63-867D-41A0-8BBA-A51D0D08F42A}" destId="{A83D162F-053A-449A-9EFD-AB4603D046E5}" srcOrd="1" destOrd="0" presId="urn:microsoft.com/office/officeart/2005/8/layout/lProcess2"/>
    <dgm:cxn modelId="{552741A0-8DBC-4836-B781-C8B087AEFAB6}" type="presParOf" srcId="{198F6F63-867D-41A0-8BBA-A51D0D08F42A}" destId="{3AB20539-9A13-4342-8A2F-E0A56BE95C1A}" srcOrd="2" destOrd="0" presId="urn:microsoft.com/office/officeart/2005/8/layout/lProcess2"/>
    <dgm:cxn modelId="{AAEB5E8E-5482-4300-BE44-A4F36624E5C3}" type="presParOf" srcId="{198F6F63-867D-41A0-8BBA-A51D0D08F42A}" destId="{6D67B8EF-B6EB-42E9-BFDE-AAF6FCE9C5E7}" srcOrd="3" destOrd="0" presId="urn:microsoft.com/office/officeart/2005/8/layout/lProcess2"/>
    <dgm:cxn modelId="{45EB9E9F-78AC-4B85-B2B3-3F2CCD1EDA51}" type="presParOf" srcId="{198F6F63-867D-41A0-8BBA-A51D0D08F42A}" destId="{6F15A8B0-CC90-44D8-8A84-5605D7567249}" srcOrd="4" destOrd="0" presId="urn:microsoft.com/office/officeart/2005/8/layout/lProcess2"/>
    <dgm:cxn modelId="{412D60DD-AA76-4E2C-BACE-BBF72C17438F}" type="presParOf" srcId="{198F6F63-867D-41A0-8BBA-A51D0D08F42A}" destId="{3D0B5E71-DF62-45A8-BC52-1F22F0C8683C}" srcOrd="5" destOrd="0" presId="urn:microsoft.com/office/officeart/2005/8/layout/lProcess2"/>
    <dgm:cxn modelId="{3C6CADA3-B044-4868-BD9D-122CB850AD88}" type="presParOf" srcId="{198F6F63-867D-41A0-8BBA-A51D0D08F42A}" destId="{8FB4644E-4795-45A6-BF84-22D0A1ED9EF2}" srcOrd="6" destOrd="0" presId="urn:microsoft.com/office/officeart/2005/8/layout/lProcess2"/>
    <dgm:cxn modelId="{02276881-E29F-453A-B2B0-79618482B599}" type="presParOf" srcId="{198F6F63-867D-41A0-8BBA-A51D0D08F42A}" destId="{7BB2EF96-12CD-4596-86BF-CF82ADD93401}" srcOrd="7" destOrd="0" presId="urn:microsoft.com/office/officeart/2005/8/layout/lProcess2"/>
    <dgm:cxn modelId="{9AF5AF56-6FA6-4EE1-A3F8-143BF0A1AFB1}" type="presParOf" srcId="{198F6F63-867D-41A0-8BBA-A51D0D08F42A}" destId="{3113A49C-8D9A-4B96-9FFE-4AFF20B548C9}" srcOrd="8" destOrd="0" presId="urn:microsoft.com/office/officeart/2005/8/layout/lProcess2"/>
    <dgm:cxn modelId="{A500C74B-1766-4DAF-A553-9590C0584F67}" type="presParOf" srcId="{198F6F63-867D-41A0-8BBA-A51D0D08F42A}" destId="{5A5DDC64-E5B3-4867-AF3F-9C1AD7FD3952}" srcOrd="9" destOrd="0" presId="urn:microsoft.com/office/officeart/2005/8/layout/lProcess2"/>
    <dgm:cxn modelId="{42E128A8-CC1B-44A3-8692-A858071C7A82}" type="presParOf" srcId="{198F6F63-867D-41A0-8BBA-A51D0D08F42A}" destId="{1F08A2A8-9504-4C48-905C-55E440D248BD}" srcOrd="10" destOrd="0" presId="urn:microsoft.com/office/officeart/2005/8/layout/lProcess2"/>
    <dgm:cxn modelId="{BB5C4C72-5988-4915-80ED-2BC8B58AA0BF}" type="presParOf" srcId="{11E39D5C-EFCA-4D37-B615-D2201DA00B05}" destId="{2FFB2DCF-935F-4A1D-A727-32739945E310}" srcOrd="3" destOrd="0" presId="urn:microsoft.com/office/officeart/2005/8/layout/lProcess2"/>
    <dgm:cxn modelId="{C1092963-0E0D-47B4-AFC9-151B88A8C0E7}" type="presParOf" srcId="{11E39D5C-EFCA-4D37-B615-D2201DA00B05}" destId="{5A6E97B3-77B7-4058-8B2D-31A9D531D6EA}" srcOrd="4" destOrd="0" presId="urn:microsoft.com/office/officeart/2005/8/layout/lProcess2"/>
    <dgm:cxn modelId="{78AD6662-F2F8-40F1-B216-666B7CEC565D}" type="presParOf" srcId="{5A6E97B3-77B7-4058-8B2D-31A9D531D6EA}" destId="{7BFF4F52-2E9C-4F62-B89B-A289F49D9718}" srcOrd="0" destOrd="0" presId="urn:microsoft.com/office/officeart/2005/8/layout/lProcess2"/>
    <dgm:cxn modelId="{D3C4E487-73E6-4E98-926B-0A79AFEA93A7}" type="presParOf" srcId="{5A6E97B3-77B7-4058-8B2D-31A9D531D6EA}" destId="{6D4A1226-F1EA-4AD7-A639-5EF2B1462FCB}" srcOrd="1" destOrd="0" presId="urn:microsoft.com/office/officeart/2005/8/layout/lProcess2"/>
    <dgm:cxn modelId="{0EDAE2F0-CDA4-4B92-B5C9-A3955938856C}" type="presParOf" srcId="{5A6E97B3-77B7-4058-8B2D-31A9D531D6EA}" destId="{ADE878E1-6873-42EA-8354-B94F08314BA2}" srcOrd="2" destOrd="0" presId="urn:microsoft.com/office/officeart/2005/8/layout/lProcess2"/>
    <dgm:cxn modelId="{DB0FAD85-DAA1-45DC-A018-9F03B0574EA3}" type="presParOf" srcId="{ADE878E1-6873-42EA-8354-B94F08314BA2}" destId="{71B6A238-788E-4C0E-866E-94F1B912F8F6}" srcOrd="0" destOrd="0" presId="urn:microsoft.com/office/officeart/2005/8/layout/lProcess2"/>
    <dgm:cxn modelId="{CCEFA44F-2470-4711-A7F9-0DFB6E7B71D3}" type="presParOf" srcId="{71B6A238-788E-4C0E-866E-94F1B912F8F6}" destId="{7BA10764-61F8-4837-BE06-60C30D17AED0}" srcOrd="0" destOrd="0" presId="urn:microsoft.com/office/officeart/2005/8/layout/lProcess2"/>
    <dgm:cxn modelId="{EE774884-B466-41AE-A05B-2A34D06BD511}" type="presParOf" srcId="{71B6A238-788E-4C0E-866E-94F1B912F8F6}" destId="{E7FED2BB-059D-4D19-8547-1F4772D94F4B}" srcOrd="1" destOrd="0" presId="urn:microsoft.com/office/officeart/2005/8/layout/lProcess2"/>
    <dgm:cxn modelId="{CE0AEC2E-6D7A-4786-92D9-1021D162B27E}" type="presParOf" srcId="{71B6A238-788E-4C0E-866E-94F1B912F8F6}" destId="{6B27039A-42B4-4EDE-8422-96D766EEA2E1}" srcOrd="2" destOrd="0" presId="urn:microsoft.com/office/officeart/2005/8/layout/lProcess2"/>
    <dgm:cxn modelId="{0A333D32-F06F-4BCA-B2EB-5E1222D0D6CC}" type="presParOf" srcId="{71B6A238-788E-4C0E-866E-94F1B912F8F6}" destId="{E2181FE4-0718-461E-89BD-0D593455E806}" srcOrd="3" destOrd="0" presId="urn:microsoft.com/office/officeart/2005/8/layout/lProcess2"/>
    <dgm:cxn modelId="{77D0970F-5654-433E-82F2-A6E21A906E58}" type="presParOf" srcId="{71B6A238-788E-4C0E-866E-94F1B912F8F6}" destId="{1B7DBF6E-0B24-48D0-A117-E48ECF66691C}" srcOrd="4" destOrd="0" presId="urn:microsoft.com/office/officeart/2005/8/layout/lProcess2"/>
    <dgm:cxn modelId="{929EF16C-352C-48E0-AA86-32A4B83BCC89}" type="presParOf" srcId="{71B6A238-788E-4C0E-866E-94F1B912F8F6}" destId="{31BB5882-7DE5-4531-B9CE-998F41A43A57}" srcOrd="5" destOrd="0" presId="urn:microsoft.com/office/officeart/2005/8/layout/lProcess2"/>
    <dgm:cxn modelId="{B12B5874-C800-4E75-9D62-68A64F721BE0}" type="presParOf" srcId="{71B6A238-788E-4C0E-866E-94F1B912F8F6}" destId="{5244F975-D457-4B31-BAF6-D14205B2910D}" srcOrd="6" destOrd="0" presId="urn:microsoft.com/office/officeart/2005/8/layout/lProcess2"/>
    <dgm:cxn modelId="{5B7F2098-8E7D-4C8D-A1CF-719FCEA2DB13}" type="presParOf" srcId="{71B6A238-788E-4C0E-866E-94F1B912F8F6}" destId="{A0221267-F99E-4CA4-A5F0-83316055071F}" srcOrd="7" destOrd="0" presId="urn:microsoft.com/office/officeart/2005/8/layout/lProcess2"/>
    <dgm:cxn modelId="{C5BA90A2-2FBC-4EBE-8DBB-4F49688A9E58}" type="presParOf" srcId="{71B6A238-788E-4C0E-866E-94F1B912F8F6}" destId="{D1111A71-F920-42DB-B220-E84DA1A268B1}" srcOrd="8" destOrd="0" presId="urn:microsoft.com/office/officeart/2005/8/layout/lProcess2"/>
    <dgm:cxn modelId="{FEC4C3F0-F03A-446F-B64D-29C1B8FA7A53}" type="presParOf" srcId="{71B6A238-788E-4C0E-866E-94F1B912F8F6}" destId="{6E60EFD1-73DB-45F3-AD72-4AACCD746879}" srcOrd="9" destOrd="0" presId="urn:microsoft.com/office/officeart/2005/8/layout/lProcess2"/>
    <dgm:cxn modelId="{E217A5C6-26A2-4839-A8FE-DE557AB4C651}" type="presParOf" srcId="{71B6A238-788E-4C0E-866E-94F1B912F8F6}" destId="{F0198F1F-D52A-4E81-903C-A9889677FA6B}" srcOrd="10" destOrd="0" presId="urn:microsoft.com/office/officeart/2005/8/layout/lProcess2"/>
    <dgm:cxn modelId="{50E9F474-AD87-4A9E-A93E-7CD71DEA2F00}" type="presParOf" srcId="{71B6A238-788E-4C0E-866E-94F1B912F8F6}" destId="{B4684CAB-051A-4BA4-B2E4-C6BBF7E45B3B}" srcOrd="11" destOrd="0" presId="urn:microsoft.com/office/officeart/2005/8/layout/lProcess2"/>
    <dgm:cxn modelId="{0D17215E-F795-4A38-B8E1-CF9E710F3AC9}" type="presParOf" srcId="{71B6A238-788E-4C0E-866E-94F1B912F8F6}" destId="{EA2C96B9-A523-4F1E-9982-36AAF8DE06E6}" srcOrd="1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55A6AF-D667-4D9F-B67F-E46C785D68EB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8241947-0223-4669-90FA-F50BEC3EDEE1}">
      <dgm:prSet phldrT="[Text]" phldr="0"/>
      <dgm:spPr/>
      <dgm:t>
        <a:bodyPr/>
        <a:lstStyle/>
        <a:p>
          <a:r>
            <a:rPr lang="en-US"/>
            <a:t>FRONTEND</a:t>
          </a:r>
          <a:endParaRPr lang="en-IN"/>
        </a:p>
      </dgm:t>
    </dgm:pt>
    <dgm:pt modelId="{3AE80B62-9E28-4EFA-8866-706781C165D3}" type="parTrans" cxnId="{F09577CA-D3BD-4835-ABE3-ED3E7F11A48D}">
      <dgm:prSet/>
      <dgm:spPr/>
      <dgm:t>
        <a:bodyPr/>
        <a:lstStyle/>
        <a:p>
          <a:endParaRPr lang="en-IN"/>
        </a:p>
      </dgm:t>
    </dgm:pt>
    <dgm:pt modelId="{02EFA2CB-5F04-4598-9547-8F95743069D0}" type="sibTrans" cxnId="{F09577CA-D3BD-4835-ABE3-ED3E7F11A48D}">
      <dgm:prSet/>
      <dgm:spPr/>
      <dgm:t>
        <a:bodyPr/>
        <a:lstStyle/>
        <a:p>
          <a:endParaRPr lang="en-IN"/>
        </a:p>
      </dgm:t>
    </dgm:pt>
    <dgm:pt modelId="{030141FE-E2A9-4125-A1A5-55BA6E124942}">
      <dgm:prSet phldrT="[Text]" phldr="0"/>
      <dgm:spPr/>
      <dgm:t>
        <a:bodyPr/>
        <a:lstStyle/>
        <a:p>
          <a:r>
            <a:rPr lang="en-US" dirty="0"/>
            <a:t>HTML</a:t>
          </a:r>
          <a:endParaRPr lang="en-IN" dirty="0"/>
        </a:p>
      </dgm:t>
    </dgm:pt>
    <dgm:pt modelId="{185C399B-C58C-488D-BE2A-2A1828F65D7F}" type="parTrans" cxnId="{B8382E7D-E3F2-4F2E-A3AE-33CB250BC7F0}">
      <dgm:prSet/>
      <dgm:spPr/>
      <dgm:t>
        <a:bodyPr/>
        <a:lstStyle/>
        <a:p>
          <a:endParaRPr lang="en-IN"/>
        </a:p>
      </dgm:t>
    </dgm:pt>
    <dgm:pt modelId="{0CDA791C-31A7-48B1-88DF-76D3C5DEC7FB}" type="sibTrans" cxnId="{B8382E7D-E3F2-4F2E-A3AE-33CB250BC7F0}">
      <dgm:prSet/>
      <dgm:spPr/>
      <dgm:t>
        <a:bodyPr/>
        <a:lstStyle/>
        <a:p>
          <a:endParaRPr lang="en-IN"/>
        </a:p>
      </dgm:t>
    </dgm:pt>
    <dgm:pt modelId="{57A3E916-6328-4B76-B988-CF897BC1B365}">
      <dgm:prSet phldrT="[Text]" phldr="0"/>
      <dgm:spPr/>
      <dgm:t>
        <a:bodyPr/>
        <a:lstStyle/>
        <a:p>
          <a:r>
            <a:rPr lang="en-US" dirty="0"/>
            <a:t>CSS</a:t>
          </a:r>
          <a:endParaRPr lang="en-IN" dirty="0"/>
        </a:p>
      </dgm:t>
    </dgm:pt>
    <dgm:pt modelId="{9832CCB1-BE54-468C-A931-EE1AC310CACB}" type="parTrans" cxnId="{E26EEE55-D538-4A64-8799-DD4E8AA02E9B}">
      <dgm:prSet/>
      <dgm:spPr/>
      <dgm:t>
        <a:bodyPr/>
        <a:lstStyle/>
        <a:p>
          <a:endParaRPr lang="en-IN"/>
        </a:p>
      </dgm:t>
    </dgm:pt>
    <dgm:pt modelId="{B7A1DE13-087A-4B1D-BC5E-08EBF96DB85C}" type="sibTrans" cxnId="{E26EEE55-D538-4A64-8799-DD4E8AA02E9B}">
      <dgm:prSet/>
      <dgm:spPr/>
      <dgm:t>
        <a:bodyPr/>
        <a:lstStyle/>
        <a:p>
          <a:endParaRPr lang="en-IN"/>
        </a:p>
      </dgm:t>
    </dgm:pt>
    <dgm:pt modelId="{5CB74EFA-D829-448F-BCC9-CF05F2B05116}">
      <dgm:prSet phldrT="[Text]" phldr="0"/>
      <dgm:spPr/>
      <dgm:t>
        <a:bodyPr/>
        <a:lstStyle/>
        <a:p>
          <a:r>
            <a:rPr lang="en-US" dirty="0"/>
            <a:t>BACKEND</a:t>
          </a:r>
          <a:endParaRPr lang="en-IN" dirty="0"/>
        </a:p>
      </dgm:t>
    </dgm:pt>
    <dgm:pt modelId="{CA5F1EB2-6D82-468A-A771-3410D5BE30CE}" type="parTrans" cxnId="{E1F27236-FBB6-4ED3-9448-52D55647DC31}">
      <dgm:prSet/>
      <dgm:spPr/>
      <dgm:t>
        <a:bodyPr/>
        <a:lstStyle/>
        <a:p>
          <a:endParaRPr lang="en-IN"/>
        </a:p>
      </dgm:t>
    </dgm:pt>
    <dgm:pt modelId="{2333D78F-62E7-42ED-805F-FD844D5C3B80}" type="sibTrans" cxnId="{E1F27236-FBB6-4ED3-9448-52D55647DC31}">
      <dgm:prSet/>
      <dgm:spPr/>
      <dgm:t>
        <a:bodyPr/>
        <a:lstStyle/>
        <a:p>
          <a:endParaRPr lang="en-IN"/>
        </a:p>
      </dgm:t>
    </dgm:pt>
    <dgm:pt modelId="{E13D6FA7-7B43-409E-A28E-FF66F6F1DF8D}">
      <dgm:prSet phldrT="[Text]" phldr="0"/>
      <dgm:spPr/>
      <dgm:t>
        <a:bodyPr/>
        <a:lstStyle/>
        <a:p>
          <a:r>
            <a:rPr lang="en-US" dirty="0"/>
            <a:t>NODE.JS</a:t>
          </a:r>
          <a:endParaRPr lang="en-IN" dirty="0"/>
        </a:p>
      </dgm:t>
    </dgm:pt>
    <dgm:pt modelId="{4A4A095C-4C74-43CC-B18F-C53687AB2BBB}" type="parTrans" cxnId="{909754F4-D312-48F0-BBDF-EEBE6D96A8BB}">
      <dgm:prSet/>
      <dgm:spPr/>
      <dgm:t>
        <a:bodyPr/>
        <a:lstStyle/>
        <a:p>
          <a:endParaRPr lang="en-IN"/>
        </a:p>
      </dgm:t>
    </dgm:pt>
    <dgm:pt modelId="{B77AAE08-D333-4E89-8A21-C8A00379BDC1}" type="sibTrans" cxnId="{909754F4-D312-48F0-BBDF-EEBE6D96A8BB}">
      <dgm:prSet/>
      <dgm:spPr/>
      <dgm:t>
        <a:bodyPr/>
        <a:lstStyle/>
        <a:p>
          <a:endParaRPr lang="en-IN"/>
        </a:p>
      </dgm:t>
    </dgm:pt>
    <dgm:pt modelId="{59DBEA33-3165-4A45-95D8-76C2E973C09C}">
      <dgm:prSet phldrT="[Text]" phldr="0"/>
      <dgm:spPr/>
      <dgm:t>
        <a:bodyPr/>
        <a:lstStyle/>
        <a:p>
          <a:r>
            <a:rPr lang="en-US" dirty="0"/>
            <a:t>PYTHON</a:t>
          </a:r>
          <a:endParaRPr lang="en-IN" dirty="0"/>
        </a:p>
      </dgm:t>
    </dgm:pt>
    <dgm:pt modelId="{68688AB9-88C5-4287-8D60-7A5F63CC135C}" type="parTrans" cxnId="{C346470F-CB83-401E-A76B-78C33E49B014}">
      <dgm:prSet/>
      <dgm:spPr/>
      <dgm:t>
        <a:bodyPr/>
        <a:lstStyle/>
        <a:p>
          <a:endParaRPr lang="en-IN"/>
        </a:p>
      </dgm:t>
    </dgm:pt>
    <dgm:pt modelId="{C0556F38-D266-4E7A-B4CB-84FFFBA99047}" type="sibTrans" cxnId="{C346470F-CB83-401E-A76B-78C33E49B014}">
      <dgm:prSet/>
      <dgm:spPr/>
      <dgm:t>
        <a:bodyPr/>
        <a:lstStyle/>
        <a:p>
          <a:endParaRPr lang="en-IN"/>
        </a:p>
      </dgm:t>
    </dgm:pt>
    <dgm:pt modelId="{36EE64C5-F6B9-4A4F-B1EE-32CF41506187}">
      <dgm:prSet phldrT="[Text]" phldr="0"/>
      <dgm:spPr/>
      <dgm:t>
        <a:bodyPr/>
        <a:lstStyle/>
        <a:p>
          <a:r>
            <a:rPr lang="en-US" dirty="0"/>
            <a:t>AI MODEL</a:t>
          </a:r>
          <a:endParaRPr lang="en-IN" dirty="0"/>
        </a:p>
      </dgm:t>
    </dgm:pt>
    <dgm:pt modelId="{5D0AD911-BA31-490E-BE18-9FC0F1EC9D8E}" type="parTrans" cxnId="{DDA4A021-2FC5-4367-B53D-094A7AE2909D}">
      <dgm:prSet/>
      <dgm:spPr/>
      <dgm:t>
        <a:bodyPr/>
        <a:lstStyle/>
        <a:p>
          <a:endParaRPr lang="en-IN"/>
        </a:p>
      </dgm:t>
    </dgm:pt>
    <dgm:pt modelId="{ED92ACC2-E265-4C5E-B2DF-77FE62AA1F2A}" type="sibTrans" cxnId="{DDA4A021-2FC5-4367-B53D-094A7AE2909D}">
      <dgm:prSet/>
      <dgm:spPr/>
      <dgm:t>
        <a:bodyPr/>
        <a:lstStyle/>
        <a:p>
          <a:endParaRPr lang="en-IN"/>
        </a:p>
      </dgm:t>
    </dgm:pt>
    <dgm:pt modelId="{5C58DFC5-2D49-4126-852A-FAA5E5B98FA1}">
      <dgm:prSet phldrT="[Text]" phldr="0"/>
      <dgm:spPr/>
      <dgm:t>
        <a:bodyPr/>
        <a:lstStyle/>
        <a:p>
          <a:r>
            <a:rPr lang="en-US" dirty="0"/>
            <a:t>NETLIFY</a:t>
          </a:r>
          <a:endParaRPr lang="en-IN" dirty="0"/>
        </a:p>
      </dgm:t>
    </dgm:pt>
    <dgm:pt modelId="{2DBE9982-18B9-47BC-8BAE-2B456842A3B6}" type="parTrans" cxnId="{D15DC122-4BF0-42C4-B2C5-B9761D8BE3BF}">
      <dgm:prSet/>
      <dgm:spPr/>
      <dgm:t>
        <a:bodyPr/>
        <a:lstStyle/>
        <a:p>
          <a:endParaRPr lang="en-IN"/>
        </a:p>
      </dgm:t>
    </dgm:pt>
    <dgm:pt modelId="{99E22D3C-A3C1-46B0-9697-A599D0F1EA01}" type="sibTrans" cxnId="{D15DC122-4BF0-42C4-B2C5-B9761D8BE3BF}">
      <dgm:prSet/>
      <dgm:spPr/>
      <dgm:t>
        <a:bodyPr/>
        <a:lstStyle/>
        <a:p>
          <a:endParaRPr lang="en-IN"/>
        </a:p>
      </dgm:t>
    </dgm:pt>
    <dgm:pt modelId="{1E47597F-54C5-4DFB-89F3-974ED6A5F8A8}">
      <dgm:prSet phldrT="[Text]" phldr="0"/>
      <dgm:spPr/>
      <dgm:t>
        <a:bodyPr/>
        <a:lstStyle/>
        <a:p>
          <a:r>
            <a:rPr lang="en-US"/>
            <a:t>JAVASCRIPT</a:t>
          </a:r>
          <a:endParaRPr lang="en-IN" dirty="0"/>
        </a:p>
      </dgm:t>
    </dgm:pt>
    <dgm:pt modelId="{CC231DAE-89FC-4C0C-872B-54A4685F6019}" type="parTrans" cxnId="{E106957D-036A-4E27-9A88-2AAA7953499F}">
      <dgm:prSet/>
      <dgm:spPr/>
      <dgm:t>
        <a:bodyPr/>
        <a:lstStyle/>
        <a:p>
          <a:endParaRPr lang="en-IN"/>
        </a:p>
      </dgm:t>
    </dgm:pt>
    <dgm:pt modelId="{A35F1E21-928E-4332-89B6-6FA7647C4A92}" type="sibTrans" cxnId="{E106957D-036A-4E27-9A88-2AAA7953499F}">
      <dgm:prSet/>
      <dgm:spPr/>
      <dgm:t>
        <a:bodyPr/>
        <a:lstStyle/>
        <a:p>
          <a:endParaRPr lang="en-IN"/>
        </a:p>
      </dgm:t>
    </dgm:pt>
    <dgm:pt modelId="{8DE59F7F-3B9E-4231-A95F-B1931CA9B9BB}">
      <dgm:prSet phldrT="[Text]" phldr="0"/>
      <dgm:spPr/>
      <dgm:t>
        <a:bodyPr/>
        <a:lstStyle/>
        <a:p>
          <a:r>
            <a:rPr lang="en-US"/>
            <a:t>REACT</a:t>
          </a:r>
          <a:endParaRPr lang="en-IN" dirty="0"/>
        </a:p>
      </dgm:t>
    </dgm:pt>
    <dgm:pt modelId="{5A06EA66-054F-4A55-B1FC-CEB38A5D25DE}" type="parTrans" cxnId="{45918E9D-E7E1-4DB0-81E4-D7AA728A0BC1}">
      <dgm:prSet/>
      <dgm:spPr/>
      <dgm:t>
        <a:bodyPr/>
        <a:lstStyle/>
        <a:p>
          <a:endParaRPr lang="en-IN"/>
        </a:p>
      </dgm:t>
    </dgm:pt>
    <dgm:pt modelId="{31AFBAD3-AF3F-4208-9B01-9C735AD55CC5}" type="sibTrans" cxnId="{45918E9D-E7E1-4DB0-81E4-D7AA728A0BC1}">
      <dgm:prSet/>
      <dgm:spPr/>
      <dgm:t>
        <a:bodyPr/>
        <a:lstStyle/>
        <a:p>
          <a:endParaRPr lang="en-IN"/>
        </a:p>
      </dgm:t>
    </dgm:pt>
    <dgm:pt modelId="{05E7BC07-D113-4DC3-AEE4-E6774DC4A2D3}">
      <dgm:prSet phldrT="[Text]" phldr="0"/>
      <dgm:spPr/>
      <dgm:t>
        <a:bodyPr/>
        <a:lstStyle/>
        <a:p>
          <a:r>
            <a:rPr lang="en-US" dirty="0"/>
            <a:t>GOOGLE GEMINI 3 FLASH</a:t>
          </a:r>
          <a:endParaRPr lang="en-IN" dirty="0"/>
        </a:p>
      </dgm:t>
    </dgm:pt>
    <dgm:pt modelId="{64324274-170F-4D91-BF70-94351761DF61}" type="parTrans" cxnId="{0AF370F7-BDE8-4143-B589-2848CF782AB6}">
      <dgm:prSet/>
      <dgm:spPr/>
      <dgm:t>
        <a:bodyPr/>
        <a:lstStyle/>
        <a:p>
          <a:endParaRPr lang="en-IN"/>
        </a:p>
      </dgm:t>
    </dgm:pt>
    <dgm:pt modelId="{35FDD268-896F-4FC4-BB51-E9BA0907F48B}" type="sibTrans" cxnId="{0AF370F7-BDE8-4143-B589-2848CF782AB6}">
      <dgm:prSet/>
      <dgm:spPr/>
      <dgm:t>
        <a:bodyPr/>
        <a:lstStyle/>
        <a:p>
          <a:endParaRPr lang="en-IN"/>
        </a:p>
      </dgm:t>
    </dgm:pt>
    <dgm:pt modelId="{EC4BC1D6-F27D-4072-A802-9A7E2C0AFD7D}">
      <dgm:prSet phldrT="[Text]" phldr="0"/>
      <dgm:spPr/>
      <dgm:t>
        <a:bodyPr/>
        <a:lstStyle/>
        <a:p>
          <a:r>
            <a:rPr lang="en-US" dirty="0"/>
            <a:t>SPEECH RECOGNITION</a:t>
          </a:r>
          <a:endParaRPr lang="en-IN" dirty="0"/>
        </a:p>
      </dgm:t>
    </dgm:pt>
    <dgm:pt modelId="{414BA1B6-F86A-4CA2-8771-715E3415D6A5}" type="parTrans" cxnId="{B285631E-B6CA-4E07-A7BA-C6443418478F}">
      <dgm:prSet/>
      <dgm:spPr/>
      <dgm:t>
        <a:bodyPr/>
        <a:lstStyle/>
        <a:p>
          <a:endParaRPr lang="en-IN"/>
        </a:p>
      </dgm:t>
    </dgm:pt>
    <dgm:pt modelId="{0F713D03-F524-4DE6-B1A1-081A00814C1D}" type="sibTrans" cxnId="{B285631E-B6CA-4E07-A7BA-C6443418478F}">
      <dgm:prSet/>
      <dgm:spPr/>
      <dgm:t>
        <a:bodyPr/>
        <a:lstStyle/>
        <a:p>
          <a:endParaRPr lang="en-IN"/>
        </a:p>
      </dgm:t>
    </dgm:pt>
    <dgm:pt modelId="{2BD54D2A-28E1-4748-9FE7-C64E97D1C00A}">
      <dgm:prSet phldrT="[Text]" phldr="0"/>
      <dgm:spPr/>
      <dgm:t>
        <a:bodyPr/>
        <a:lstStyle/>
        <a:p>
          <a:r>
            <a:rPr lang="en-US" dirty="0"/>
            <a:t>SUPABASE</a:t>
          </a:r>
          <a:endParaRPr lang="en-IN" dirty="0"/>
        </a:p>
      </dgm:t>
    </dgm:pt>
    <dgm:pt modelId="{89D1386C-8EBC-4005-B673-6C72A7687D4A}" type="parTrans" cxnId="{3BB266DA-ACB8-41FB-894B-120E33F2C32B}">
      <dgm:prSet/>
      <dgm:spPr/>
      <dgm:t>
        <a:bodyPr/>
        <a:lstStyle/>
        <a:p>
          <a:endParaRPr lang="en-IN"/>
        </a:p>
      </dgm:t>
    </dgm:pt>
    <dgm:pt modelId="{154E7DEC-E7FE-4B75-B04B-344EA730A838}" type="sibTrans" cxnId="{3BB266DA-ACB8-41FB-894B-120E33F2C32B}">
      <dgm:prSet/>
      <dgm:spPr/>
      <dgm:t>
        <a:bodyPr/>
        <a:lstStyle/>
        <a:p>
          <a:endParaRPr lang="en-IN"/>
        </a:p>
      </dgm:t>
    </dgm:pt>
    <dgm:pt modelId="{E63D8491-AAE3-4782-9EDA-9DDD4880658E}">
      <dgm:prSet phldrT="[Text]" phldr="0"/>
      <dgm:spPr/>
      <dgm:t>
        <a:bodyPr/>
        <a:lstStyle/>
        <a:p>
          <a:r>
            <a:rPr lang="en-US" dirty="0"/>
            <a:t>HOSTING</a:t>
          </a:r>
          <a:endParaRPr lang="en-IN" dirty="0"/>
        </a:p>
      </dgm:t>
    </dgm:pt>
    <dgm:pt modelId="{A98FE799-6CEB-40F6-89AB-02D09EB2C3A6}" type="parTrans" cxnId="{BDEF4F30-70D9-4074-B98D-06702B1935B1}">
      <dgm:prSet/>
      <dgm:spPr/>
      <dgm:t>
        <a:bodyPr/>
        <a:lstStyle/>
        <a:p>
          <a:endParaRPr lang="en-IN"/>
        </a:p>
      </dgm:t>
    </dgm:pt>
    <dgm:pt modelId="{FD1DAE09-0667-4316-9DAE-30C49070F3B1}" type="sibTrans" cxnId="{BDEF4F30-70D9-4074-B98D-06702B1935B1}">
      <dgm:prSet/>
      <dgm:spPr/>
      <dgm:t>
        <a:bodyPr/>
        <a:lstStyle/>
        <a:p>
          <a:endParaRPr lang="en-IN"/>
        </a:p>
      </dgm:t>
    </dgm:pt>
    <dgm:pt modelId="{C70A20A0-85B9-47B7-947B-35FEE92D03D7}">
      <dgm:prSet phldrT="[Text]" phldr="0"/>
      <dgm:spPr/>
      <dgm:t>
        <a:bodyPr/>
        <a:lstStyle/>
        <a:p>
          <a:r>
            <a:rPr lang="en-US" dirty="0"/>
            <a:t>LOVABLE API</a:t>
          </a:r>
          <a:endParaRPr lang="en-IN" dirty="0"/>
        </a:p>
      </dgm:t>
    </dgm:pt>
    <dgm:pt modelId="{EEF2C9DA-CEF5-41F5-8F84-2623AD9D9894}" type="parTrans" cxnId="{9F7FBFA1-1742-48DA-BE91-ED0D6E969E01}">
      <dgm:prSet/>
      <dgm:spPr/>
      <dgm:t>
        <a:bodyPr/>
        <a:lstStyle/>
        <a:p>
          <a:endParaRPr lang="en-IN"/>
        </a:p>
      </dgm:t>
    </dgm:pt>
    <dgm:pt modelId="{C9BA4CB9-DC05-415B-B8CA-E0326EED510C}" type="sibTrans" cxnId="{9F7FBFA1-1742-48DA-BE91-ED0D6E969E01}">
      <dgm:prSet/>
      <dgm:spPr/>
      <dgm:t>
        <a:bodyPr/>
        <a:lstStyle/>
        <a:p>
          <a:endParaRPr lang="en-IN"/>
        </a:p>
      </dgm:t>
    </dgm:pt>
    <dgm:pt modelId="{DA653166-FCA7-4DB8-AC16-52B512872B21}">
      <dgm:prSet phldrT="[Text]" phldr="0"/>
      <dgm:spPr/>
      <dgm:t>
        <a:bodyPr/>
        <a:lstStyle/>
        <a:p>
          <a:r>
            <a:rPr lang="en-US" dirty="0"/>
            <a:t>DATABASE</a:t>
          </a:r>
          <a:endParaRPr lang="en-IN" dirty="0"/>
        </a:p>
      </dgm:t>
    </dgm:pt>
    <dgm:pt modelId="{1DBCE9C6-0B31-4C7B-94A5-5D276CBB2792}" type="parTrans" cxnId="{FCDBB259-0694-4087-A7E7-51FD3D4D652A}">
      <dgm:prSet/>
      <dgm:spPr/>
      <dgm:t>
        <a:bodyPr/>
        <a:lstStyle/>
        <a:p>
          <a:endParaRPr lang="en-IN"/>
        </a:p>
      </dgm:t>
    </dgm:pt>
    <dgm:pt modelId="{D80EF2A8-41C9-473F-9985-3E8B4689D5A0}" type="sibTrans" cxnId="{FCDBB259-0694-4087-A7E7-51FD3D4D652A}">
      <dgm:prSet/>
      <dgm:spPr/>
      <dgm:t>
        <a:bodyPr/>
        <a:lstStyle/>
        <a:p>
          <a:endParaRPr lang="en-IN"/>
        </a:p>
      </dgm:t>
    </dgm:pt>
    <dgm:pt modelId="{3CE489F7-1BD9-4AC5-8C45-FEA44366C029}">
      <dgm:prSet phldrT="[Text]" phldr="0"/>
      <dgm:spPr/>
      <dgm:t>
        <a:bodyPr/>
        <a:lstStyle/>
        <a:p>
          <a:r>
            <a:rPr lang="en-US"/>
            <a:t>LOVABLE</a:t>
          </a:r>
          <a:endParaRPr lang="en-IN" dirty="0"/>
        </a:p>
      </dgm:t>
    </dgm:pt>
    <dgm:pt modelId="{6BD813C7-EB2F-41E6-AFD3-0BD4A2945B1A}" type="parTrans" cxnId="{939F0CFE-5348-41CF-8005-A9DD800974C9}">
      <dgm:prSet/>
      <dgm:spPr/>
      <dgm:t>
        <a:bodyPr/>
        <a:lstStyle/>
        <a:p>
          <a:endParaRPr lang="en-IN"/>
        </a:p>
      </dgm:t>
    </dgm:pt>
    <dgm:pt modelId="{EE5E31B1-7E2F-4CE5-AD5E-92CF69E129BA}" type="sibTrans" cxnId="{939F0CFE-5348-41CF-8005-A9DD800974C9}">
      <dgm:prSet/>
      <dgm:spPr/>
      <dgm:t>
        <a:bodyPr/>
        <a:lstStyle/>
        <a:p>
          <a:endParaRPr lang="en-IN"/>
        </a:p>
      </dgm:t>
    </dgm:pt>
    <dgm:pt modelId="{D88A1448-B32E-4FB3-ABF3-6551BA891902}" type="pres">
      <dgm:prSet presAssocID="{A355A6AF-D667-4D9F-B67F-E46C785D68EB}" presName="linearFlow" presStyleCnt="0">
        <dgm:presLayoutVars>
          <dgm:dir/>
          <dgm:animLvl val="lvl"/>
          <dgm:resizeHandles/>
        </dgm:presLayoutVars>
      </dgm:prSet>
      <dgm:spPr/>
    </dgm:pt>
    <dgm:pt modelId="{2F7B89F7-1746-4486-8B48-00018D45BDC4}" type="pres">
      <dgm:prSet presAssocID="{38241947-0223-4669-90FA-F50BEC3EDEE1}" presName="compositeNode" presStyleCnt="0">
        <dgm:presLayoutVars>
          <dgm:bulletEnabled val="1"/>
        </dgm:presLayoutVars>
      </dgm:prSet>
      <dgm:spPr/>
    </dgm:pt>
    <dgm:pt modelId="{81A5D1BB-FB88-4AF5-82D6-7005283BF465}" type="pres">
      <dgm:prSet presAssocID="{38241947-0223-4669-90FA-F50BEC3EDEE1}" presName="image" presStyleLbl="fgImgPlace1" presStyleIdx="0" presStyleCnt="6"/>
      <dgm:spPr>
        <a:blipFill rotWithShape="1">
          <a:blip xmlns:r="http://schemas.openxmlformats.org/officeDocument/2006/relationships" r:embed="rId1"/>
          <a:srcRect/>
          <a:stretch>
            <a:fillRect t="-19000" b="-19000"/>
          </a:stretch>
        </a:blipFill>
      </dgm:spPr>
    </dgm:pt>
    <dgm:pt modelId="{42833D0C-D22E-4BCB-8365-46C5612F5AB8}" type="pres">
      <dgm:prSet presAssocID="{38241947-0223-4669-90FA-F50BEC3EDEE1}" presName="childNode" presStyleLbl="node1" presStyleIdx="0" presStyleCnt="6">
        <dgm:presLayoutVars>
          <dgm:bulletEnabled val="1"/>
        </dgm:presLayoutVars>
      </dgm:prSet>
      <dgm:spPr/>
    </dgm:pt>
    <dgm:pt modelId="{1661196B-4068-4980-B95F-0774169C7BC7}" type="pres">
      <dgm:prSet presAssocID="{38241947-0223-4669-90FA-F50BEC3EDEE1}" presName="parentNode" presStyleLbl="revTx" presStyleIdx="0" presStyleCnt="6">
        <dgm:presLayoutVars>
          <dgm:chMax val="0"/>
          <dgm:bulletEnabled val="1"/>
        </dgm:presLayoutVars>
      </dgm:prSet>
      <dgm:spPr/>
    </dgm:pt>
    <dgm:pt modelId="{ABB9BF52-86D8-4C71-BCFE-7021A5F5DAE6}" type="pres">
      <dgm:prSet presAssocID="{02EFA2CB-5F04-4598-9547-8F95743069D0}" presName="sibTrans" presStyleCnt="0"/>
      <dgm:spPr/>
    </dgm:pt>
    <dgm:pt modelId="{F5C92649-6EB3-41F5-85FF-13E72B5AB336}" type="pres">
      <dgm:prSet presAssocID="{5CB74EFA-D829-448F-BCC9-CF05F2B05116}" presName="compositeNode" presStyleCnt="0">
        <dgm:presLayoutVars>
          <dgm:bulletEnabled val="1"/>
        </dgm:presLayoutVars>
      </dgm:prSet>
      <dgm:spPr/>
    </dgm:pt>
    <dgm:pt modelId="{28AD6806-F716-43E9-8BF5-CFD37EEEB014}" type="pres">
      <dgm:prSet presAssocID="{5CB74EFA-D829-448F-BCC9-CF05F2B05116}" presName="image" presStyleLbl="fgImgPlace1" presStyleIdx="1" presStyleCnt="6"/>
      <dgm:spPr>
        <a:blipFill rotWithShape="1">
          <a:blip xmlns:r="http://schemas.openxmlformats.org/officeDocument/2006/relationships" r:embed="rId2"/>
          <a:srcRect/>
          <a:stretch>
            <a:fillRect l="-2000" r="-2000"/>
          </a:stretch>
        </a:blipFill>
      </dgm:spPr>
    </dgm:pt>
    <dgm:pt modelId="{0D483D47-26C8-4DB7-BE63-110962DDC06D}" type="pres">
      <dgm:prSet presAssocID="{5CB74EFA-D829-448F-BCC9-CF05F2B05116}" presName="childNode" presStyleLbl="node1" presStyleIdx="1" presStyleCnt="6">
        <dgm:presLayoutVars>
          <dgm:bulletEnabled val="1"/>
        </dgm:presLayoutVars>
      </dgm:prSet>
      <dgm:spPr/>
    </dgm:pt>
    <dgm:pt modelId="{B058BF17-75BA-4DBC-AEC9-82DE1E23F3BB}" type="pres">
      <dgm:prSet presAssocID="{5CB74EFA-D829-448F-BCC9-CF05F2B05116}" presName="parentNode" presStyleLbl="revTx" presStyleIdx="1" presStyleCnt="6">
        <dgm:presLayoutVars>
          <dgm:chMax val="0"/>
          <dgm:bulletEnabled val="1"/>
        </dgm:presLayoutVars>
      </dgm:prSet>
      <dgm:spPr/>
    </dgm:pt>
    <dgm:pt modelId="{C99F889E-80F4-4723-B085-60EA8C457784}" type="pres">
      <dgm:prSet presAssocID="{2333D78F-62E7-42ED-805F-FD844D5C3B80}" presName="sibTrans" presStyleCnt="0"/>
      <dgm:spPr/>
    </dgm:pt>
    <dgm:pt modelId="{E3146586-A1E1-46F1-AE88-BC4D3EEB9569}" type="pres">
      <dgm:prSet presAssocID="{36EE64C5-F6B9-4A4F-B1EE-32CF41506187}" presName="compositeNode" presStyleCnt="0">
        <dgm:presLayoutVars>
          <dgm:bulletEnabled val="1"/>
        </dgm:presLayoutVars>
      </dgm:prSet>
      <dgm:spPr/>
    </dgm:pt>
    <dgm:pt modelId="{649057AF-840E-435C-8A4C-07093E21BDDB}" type="pres">
      <dgm:prSet presAssocID="{36EE64C5-F6B9-4A4F-B1EE-32CF41506187}" presName="image" presStyleLbl="fgImgPlace1" presStyleIdx="2" presStyleCnt="6"/>
      <dgm:spPr>
        <a:blipFill rotWithShape="1">
          <a:blip xmlns:r="http://schemas.openxmlformats.org/officeDocument/2006/relationships" r:embed="rId3"/>
          <a:srcRect/>
          <a:stretch>
            <a:fillRect l="-7000" r="-7000"/>
          </a:stretch>
        </a:blipFill>
      </dgm:spPr>
    </dgm:pt>
    <dgm:pt modelId="{57B907B0-58FE-4EDC-A606-D26D155AD4DD}" type="pres">
      <dgm:prSet presAssocID="{36EE64C5-F6B9-4A4F-B1EE-32CF41506187}" presName="childNode" presStyleLbl="node1" presStyleIdx="2" presStyleCnt="6">
        <dgm:presLayoutVars>
          <dgm:bulletEnabled val="1"/>
        </dgm:presLayoutVars>
      </dgm:prSet>
      <dgm:spPr/>
    </dgm:pt>
    <dgm:pt modelId="{85CA9EAD-8951-497A-9E2B-BD75AB3227D9}" type="pres">
      <dgm:prSet presAssocID="{36EE64C5-F6B9-4A4F-B1EE-32CF41506187}" presName="parentNode" presStyleLbl="revTx" presStyleIdx="2" presStyleCnt="6">
        <dgm:presLayoutVars>
          <dgm:chMax val="0"/>
          <dgm:bulletEnabled val="1"/>
        </dgm:presLayoutVars>
      </dgm:prSet>
      <dgm:spPr/>
    </dgm:pt>
    <dgm:pt modelId="{C80A74E7-5CB1-44F3-AB6F-1C10C1DC01CE}" type="pres">
      <dgm:prSet presAssocID="{ED92ACC2-E265-4C5E-B2DF-77FE62AA1F2A}" presName="sibTrans" presStyleCnt="0"/>
      <dgm:spPr/>
    </dgm:pt>
    <dgm:pt modelId="{FD34B700-3FB5-4BFE-BCEE-DF6C701A5BA5}" type="pres">
      <dgm:prSet presAssocID="{EC4BC1D6-F27D-4072-A802-9A7E2C0AFD7D}" presName="compositeNode" presStyleCnt="0">
        <dgm:presLayoutVars>
          <dgm:bulletEnabled val="1"/>
        </dgm:presLayoutVars>
      </dgm:prSet>
      <dgm:spPr/>
    </dgm:pt>
    <dgm:pt modelId="{72F4DCA0-481E-4D43-8E61-1944D80AE5C1}" type="pres">
      <dgm:prSet presAssocID="{EC4BC1D6-F27D-4072-A802-9A7E2C0AFD7D}" presName="image" presStyleLbl="fgImgPlace1" presStyleIdx="3" presStyleCnt="6"/>
      <dgm:spPr>
        <a:blipFill rotWithShape="1">
          <a:blip xmlns:r="http://schemas.openxmlformats.org/officeDocument/2006/relationships" r:embed="rId4"/>
          <a:srcRect/>
          <a:stretch>
            <a:fillRect l="-17000" r="-17000"/>
          </a:stretch>
        </a:blipFill>
      </dgm:spPr>
    </dgm:pt>
    <dgm:pt modelId="{C04A1D74-6967-40FD-ADA7-6FA1D1967815}" type="pres">
      <dgm:prSet presAssocID="{EC4BC1D6-F27D-4072-A802-9A7E2C0AFD7D}" presName="childNode" presStyleLbl="node1" presStyleIdx="3" presStyleCnt="6">
        <dgm:presLayoutVars>
          <dgm:bulletEnabled val="1"/>
        </dgm:presLayoutVars>
      </dgm:prSet>
      <dgm:spPr/>
    </dgm:pt>
    <dgm:pt modelId="{4C105786-E71A-46A1-900D-C3D7BB6D953C}" type="pres">
      <dgm:prSet presAssocID="{EC4BC1D6-F27D-4072-A802-9A7E2C0AFD7D}" presName="parentNode" presStyleLbl="revTx" presStyleIdx="3" presStyleCnt="6">
        <dgm:presLayoutVars>
          <dgm:chMax val="0"/>
          <dgm:bulletEnabled val="1"/>
        </dgm:presLayoutVars>
      </dgm:prSet>
      <dgm:spPr/>
    </dgm:pt>
    <dgm:pt modelId="{D02D4A24-8F25-4000-A72E-65F39EA71C76}" type="pres">
      <dgm:prSet presAssocID="{0F713D03-F524-4DE6-B1A1-081A00814C1D}" presName="sibTrans" presStyleCnt="0"/>
      <dgm:spPr/>
    </dgm:pt>
    <dgm:pt modelId="{36672E0E-8CC4-4C16-80C4-8354E8771D2D}" type="pres">
      <dgm:prSet presAssocID="{DA653166-FCA7-4DB8-AC16-52B512872B21}" presName="compositeNode" presStyleCnt="0">
        <dgm:presLayoutVars>
          <dgm:bulletEnabled val="1"/>
        </dgm:presLayoutVars>
      </dgm:prSet>
      <dgm:spPr/>
    </dgm:pt>
    <dgm:pt modelId="{188FDB15-2D24-4899-A383-CAD6B20082FF}" type="pres">
      <dgm:prSet presAssocID="{DA653166-FCA7-4DB8-AC16-52B512872B21}" presName="image" presStyleLbl="fgImgPlace1" presStyleIdx="4" presStyleCnt="6"/>
      <dgm:spPr>
        <a:blipFill rotWithShape="1">
          <a:blip xmlns:r="http://schemas.openxmlformats.org/officeDocument/2006/relationships" r:embed="rId5"/>
          <a:srcRect/>
          <a:stretch>
            <a:fillRect t="-9000" b="-9000"/>
          </a:stretch>
        </a:blipFill>
      </dgm:spPr>
    </dgm:pt>
    <dgm:pt modelId="{213B828A-A1C1-4C03-914D-B62D33F720DA}" type="pres">
      <dgm:prSet presAssocID="{DA653166-FCA7-4DB8-AC16-52B512872B21}" presName="childNode" presStyleLbl="node1" presStyleIdx="4" presStyleCnt="6">
        <dgm:presLayoutVars>
          <dgm:bulletEnabled val="1"/>
        </dgm:presLayoutVars>
      </dgm:prSet>
      <dgm:spPr/>
    </dgm:pt>
    <dgm:pt modelId="{20208414-C649-4004-8F43-8FD3E03A8527}" type="pres">
      <dgm:prSet presAssocID="{DA653166-FCA7-4DB8-AC16-52B512872B21}" presName="parentNode" presStyleLbl="revTx" presStyleIdx="4" presStyleCnt="6">
        <dgm:presLayoutVars>
          <dgm:chMax val="0"/>
          <dgm:bulletEnabled val="1"/>
        </dgm:presLayoutVars>
      </dgm:prSet>
      <dgm:spPr/>
    </dgm:pt>
    <dgm:pt modelId="{FEB8F0AD-97E0-4921-B1EF-DB8CDC53C1C5}" type="pres">
      <dgm:prSet presAssocID="{D80EF2A8-41C9-473F-9985-3E8B4689D5A0}" presName="sibTrans" presStyleCnt="0"/>
      <dgm:spPr/>
    </dgm:pt>
    <dgm:pt modelId="{B53F8EF0-CEAF-4F74-93E4-EABEDDF9BF6F}" type="pres">
      <dgm:prSet presAssocID="{E63D8491-AAE3-4782-9EDA-9DDD4880658E}" presName="compositeNode" presStyleCnt="0">
        <dgm:presLayoutVars>
          <dgm:bulletEnabled val="1"/>
        </dgm:presLayoutVars>
      </dgm:prSet>
      <dgm:spPr/>
    </dgm:pt>
    <dgm:pt modelId="{0B448265-FFF8-4D43-A052-F96EB05CD774}" type="pres">
      <dgm:prSet presAssocID="{E63D8491-AAE3-4782-9EDA-9DDD4880658E}" presName="image" presStyleLbl="fgImgPlace1" presStyleIdx="5" presStyleCnt="6"/>
      <dgm:spPr>
        <a:blipFill rotWithShape="1">
          <a:blip xmlns:r="http://schemas.openxmlformats.org/officeDocument/2006/relationships" r:embed="rId6"/>
          <a:srcRect/>
          <a:stretch>
            <a:fillRect t="-1000" b="-1000"/>
          </a:stretch>
        </a:blipFill>
      </dgm:spPr>
    </dgm:pt>
    <dgm:pt modelId="{4EFAC4E4-B44F-40BB-8ADD-1E68EAF270D7}" type="pres">
      <dgm:prSet presAssocID="{E63D8491-AAE3-4782-9EDA-9DDD4880658E}" presName="childNode" presStyleLbl="node1" presStyleIdx="5" presStyleCnt="6">
        <dgm:presLayoutVars>
          <dgm:bulletEnabled val="1"/>
        </dgm:presLayoutVars>
      </dgm:prSet>
      <dgm:spPr/>
    </dgm:pt>
    <dgm:pt modelId="{DAD8DF54-08A4-4D14-8037-D7B8BBE7ACCB}" type="pres">
      <dgm:prSet presAssocID="{E63D8491-AAE3-4782-9EDA-9DDD4880658E}" presName="parentNode" presStyleLbl="revTx" presStyleIdx="5" presStyleCnt="6">
        <dgm:presLayoutVars>
          <dgm:chMax val="0"/>
          <dgm:bulletEnabled val="1"/>
        </dgm:presLayoutVars>
      </dgm:prSet>
      <dgm:spPr/>
    </dgm:pt>
  </dgm:ptLst>
  <dgm:cxnLst>
    <dgm:cxn modelId="{C1263402-7B30-45E8-98CF-DC07778D271A}" type="presOf" srcId="{8DE59F7F-3B9E-4231-A95F-B1931CA9B9BB}" destId="{42833D0C-D22E-4BCB-8365-46C5612F5AB8}" srcOrd="0" destOrd="3" presId="urn:microsoft.com/office/officeart/2005/8/layout/hList2"/>
    <dgm:cxn modelId="{C346470F-CB83-401E-A76B-78C33E49B014}" srcId="{5CB74EFA-D829-448F-BCC9-CF05F2B05116}" destId="{59DBEA33-3165-4A45-95D8-76C2E973C09C}" srcOrd="1" destOrd="0" parTransId="{68688AB9-88C5-4287-8D60-7A5F63CC135C}" sibTransId="{C0556F38-D266-4E7A-B4CB-84FFFBA99047}"/>
    <dgm:cxn modelId="{51287811-6F18-4C4E-8F8B-BE16BA63DF2A}" type="presOf" srcId="{3CE489F7-1BD9-4AC5-8C45-FEA44366C029}" destId="{4EFAC4E4-B44F-40BB-8ADD-1E68EAF270D7}" srcOrd="0" destOrd="1" presId="urn:microsoft.com/office/officeart/2005/8/layout/hList2"/>
    <dgm:cxn modelId="{B285631E-B6CA-4E07-A7BA-C6443418478F}" srcId="{A355A6AF-D667-4D9F-B67F-E46C785D68EB}" destId="{EC4BC1D6-F27D-4072-A802-9A7E2C0AFD7D}" srcOrd="3" destOrd="0" parTransId="{414BA1B6-F86A-4CA2-8771-715E3415D6A5}" sibTransId="{0F713D03-F524-4DE6-B1A1-081A00814C1D}"/>
    <dgm:cxn modelId="{DDA4A021-2FC5-4367-B53D-094A7AE2909D}" srcId="{A355A6AF-D667-4D9F-B67F-E46C785D68EB}" destId="{36EE64C5-F6B9-4A4F-B1EE-32CF41506187}" srcOrd="2" destOrd="0" parTransId="{5D0AD911-BA31-490E-BE18-9FC0F1EC9D8E}" sibTransId="{ED92ACC2-E265-4C5E-B2DF-77FE62AA1F2A}"/>
    <dgm:cxn modelId="{D15DC122-4BF0-42C4-B2C5-B9761D8BE3BF}" srcId="{E63D8491-AAE3-4782-9EDA-9DDD4880658E}" destId="{5C58DFC5-2D49-4126-852A-FAA5E5B98FA1}" srcOrd="0" destOrd="0" parTransId="{2DBE9982-18B9-47BC-8BAE-2B456842A3B6}" sibTransId="{99E22D3C-A3C1-46B0-9697-A599D0F1EA01}"/>
    <dgm:cxn modelId="{F3612629-8BA9-4640-92C3-D45232C1CC1E}" type="presOf" srcId="{DA653166-FCA7-4DB8-AC16-52B512872B21}" destId="{20208414-C649-4004-8F43-8FD3E03A8527}" srcOrd="0" destOrd="0" presId="urn:microsoft.com/office/officeart/2005/8/layout/hList2"/>
    <dgm:cxn modelId="{4923A52D-68A6-4E70-98F3-196BCAB570F8}" type="presOf" srcId="{030141FE-E2A9-4125-A1A5-55BA6E124942}" destId="{42833D0C-D22E-4BCB-8365-46C5612F5AB8}" srcOrd="0" destOrd="0" presId="urn:microsoft.com/office/officeart/2005/8/layout/hList2"/>
    <dgm:cxn modelId="{BDEF4F30-70D9-4074-B98D-06702B1935B1}" srcId="{A355A6AF-D667-4D9F-B67F-E46C785D68EB}" destId="{E63D8491-AAE3-4782-9EDA-9DDD4880658E}" srcOrd="5" destOrd="0" parTransId="{A98FE799-6CEB-40F6-89AB-02D09EB2C3A6}" sibTransId="{FD1DAE09-0667-4316-9DAE-30C49070F3B1}"/>
    <dgm:cxn modelId="{E1F27236-FBB6-4ED3-9448-52D55647DC31}" srcId="{A355A6AF-D667-4D9F-B67F-E46C785D68EB}" destId="{5CB74EFA-D829-448F-BCC9-CF05F2B05116}" srcOrd="1" destOrd="0" parTransId="{CA5F1EB2-6D82-468A-A771-3410D5BE30CE}" sibTransId="{2333D78F-62E7-42ED-805F-FD844D5C3B80}"/>
    <dgm:cxn modelId="{3A0E6F3A-366F-4CE7-ADAF-FC2902DC830A}" type="presOf" srcId="{EC4BC1D6-F27D-4072-A802-9A7E2C0AFD7D}" destId="{4C105786-E71A-46A1-900D-C3D7BB6D953C}" srcOrd="0" destOrd="0" presId="urn:microsoft.com/office/officeart/2005/8/layout/hList2"/>
    <dgm:cxn modelId="{3A96A160-0E5C-4901-95FD-97711CDFAF92}" type="presOf" srcId="{36EE64C5-F6B9-4A4F-B1EE-32CF41506187}" destId="{85CA9EAD-8951-497A-9E2B-BD75AB3227D9}" srcOrd="0" destOrd="0" presId="urn:microsoft.com/office/officeart/2005/8/layout/hList2"/>
    <dgm:cxn modelId="{DA095761-C85F-4678-B0AA-59E6EBC1CC0A}" type="presOf" srcId="{A355A6AF-D667-4D9F-B67F-E46C785D68EB}" destId="{D88A1448-B32E-4FB3-ABF3-6551BA891902}" srcOrd="0" destOrd="0" presId="urn:microsoft.com/office/officeart/2005/8/layout/hList2"/>
    <dgm:cxn modelId="{0CFCB045-B2C9-4FBD-996D-7FE2C49DD2E5}" type="presOf" srcId="{E13D6FA7-7B43-409E-A28E-FF66F6F1DF8D}" destId="{0D483D47-26C8-4DB7-BE63-110962DDC06D}" srcOrd="0" destOrd="0" presId="urn:microsoft.com/office/officeart/2005/8/layout/hList2"/>
    <dgm:cxn modelId="{E26EEE55-D538-4A64-8799-DD4E8AA02E9B}" srcId="{38241947-0223-4669-90FA-F50BEC3EDEE1}" destId="{57A3E916-6328-4B76-B988-CF897BC1B365}" srcOrd="1" destOrd="0" parTransId="{9832CCB1-BE54-468C-A931-EE1AC310CACB}" sibTransId="{B7A1DE13-087A-4B1D-BC5E-08EBF96DB85C}"/>
    <dgm:cxn modelId="{FCDBB259-0694-4087-A7E7-51FD3D4D652A}" srcId="{A355A6AF-D667-4D9F-B67F-E46C785D68EB}" destId="{DA653166-FCA7-4DB8-AC16-52B512872B21}" srcOrd="4" destOrd="0" parTransId="{1DBCE9C6-0B31-4C7B-94A5-5D276CBB2792}" sibTransId="{D80EF2A8-41C9-473F-9985-3E8B4689D5A0}"/>
    <dgm:cxn modelId="{B8382E7D-E3F2-4F2E-A3AE-33CB250BC7F0}" srcId="{38241947-0223-4669-90FA-F50BEC3EDEE1}" destId="{030141FE-E2A9-4125-A1A5-55BA6E124942}" srcOrd="0" destOrd="0" parTransId="{185C399B-C58C-488D-BE2A-2A1828F65D7F}" sibTransId="{0CDA791C-31A7-48B1-88DF-76D3C5DEC7FB}"/>
    <dgm:cxn modelId="{E106957D-036A-4E27-9A88-2AAA7953499F}" srcId="{38241947-0223-4669-90FA-F50BEC3EDEE1}" destId="{1E47597F-54C5-4DFB-89F3-974ED6A5F8A8}" srcOrd="2" destOrd="0" parTransId="{CC231DAE-89FC-4C0C-872B-54A4685F6019}" sibTransId="{A35F1E21-928E-4332-89B6-6FA7647C4A92}"/>
    <dgm:cxn modelId="{1D8E3A80-71A6-4FBB-ABA2-492D1E9D85CB}" type="presOf" srcId="{38241947-0223-4669-90FA-F50BEC3EDEE1}" destId="{1661196B-4068-4980-B95F-0774169C7BC7}" srcOrd="0" destOrd="0" presId="urn:microsoft.com/office/officeart/2005/8/layout/hList2"/>
    <dgm:cxn modelId="{724AAC83-8759-40FD-AED3-850816FC36FB}" type="presOf" srcId="{1E47597F-54C5-4DFB-89F3-974ED6A5F8A8}" destId="{42833D0C-D22E-4BCB-8365-46C5612F5AB8}" srcOrd="0" destOrd="2" presId="urn:microsoft.com/office/officeart/2005/8/layout/hList2"/>
    <dgm:cxn modelId="{ED099287-1A3F-426A-9A27-425109A76259}" type="presOf" srcId="{2BD54D2A-28E1-4748-9FE7-C64E97D1C00A}" destId="{213B828A-A1C1-4C03-914D-B62D33F720DA}" srcOrd="0" destOrd="0" presId="urn:microsoft.com/office/officeart/2005/8/layout/hList2"/>
    <dgm:cxn modelId="{7F88F98A-F538-4255-8334-99314EB4F4E7}" type="presOf" srcId="{5CB74EFA-D829-448F-BCC9-CF05F2B05116}" destId="{B058BF17-75BA-4DBC-AEC9-82DE1E23F3BB}" srcOrd="0" destOrd="0" presId="urn:microsoft.com/office/officeart/2005/8/layout/hList2"/>
    <dgm:cxn modelId="{456F6B96-8217-45B1-B9B9-DDFF4CAEA9DB}" type="presOf" srcId="{57A3E916-6328-4B76-B988-CF897BC1B365}" destId="{42833D0C-D22E-4BCB-8365-46C5612F5AB8}" srcOrd="0" destOrd="1" presId="urn:microsoft.com/office/officeart/2005/8/layout/hList2"/>
    <dgm:cxn modelId="{45918E9D-E7E1-4DB0-81E4-D7AA728A0BC1}" srcId="{38241947-0223-4669-90FA-F50BEC3EDEE1}" destId="{8DE59F7F-3B9E-4231-A95F-B1931CA9B9BB}" srcOrd="3" destOrd="0" parTransId="{5A06EA66-054F-4A55-B1FC-CEB38A5D25DE}" sibTransId="{31AFBAD3-AF3F-4208-9B01-9C735AD55CC5}"/>
    <dgm:cxn modelId="{9F7FBFA1-1742-48DA-BE91-ED0D6E969E01}" srcId="{EC4BC1D6-F27D-4072-A802-9A7E2C0AFD7D}" destId="{C70A20A0-85B9-47B7-947B-35FEE92D03D7}" srcOrd="0" destOrd="0" parTransId="{EEF2C9DA-CEF5-41F5-8F84-2623AD9D9894}" sibTransId="{C9BA4CB9-DC05-415B-B8CA-E0326EED510C}"/>
    <dgm:cxn modelId="{130684A2-1792-4FF4-86D0-EA1FDCA9BE20}" type="presOf" srcId="{C70A20A0-85B9-47B7-947B-35FEE92D03D7}" destId="{C04A1D74-6967-40FD-ADA7-6FA1D1967815}" srcOrd="0" destOrd="0" presId="urn:microsoft.com/office/officeart/2005/8/layout/hList2"/>
    <dgm:cxn modelId="{3E6C5DC1-57BB-4A00-B819-E4F721911CD3}" type="presOf" srcId="{E63D8491-AAE3-4782-9EDA-9DDD4880658E}" destId="{DAD8DF54-08A4-4D14-8037-D7B8BBE7ACCB}" srcOrd="0" destOrd="0" presId="urn:microsoft.com/office/officeart/2005/8/layout/hList2"/>
    <dgm:cxn modelId="{F09577CA-D3BD-4835-ABE3-ED3E7F11A48D}" srcId="{A355A6AF-D667-4D9F-B67F-E46C785D68EB}" destId="{38241947-0223-4669-90FA-F50BEC3EDEE1}" srcOrd="0" destOrd="0" parTransId="{3AE80B62-9E28-4EFA-8866-706781C165D3}" sibTransId="{02EFA2CB-5F04-4598-9547-8F95743069D0}"/>
    <dgm:cxn modelId="{6EE23CCB-C385-4E34-9B58-2E3AF8C945F9}" type="presOf" srcId="{59DBEA33-3165-4A45-95D8-76C2E973C09C}" destId="{0D483D47-26C8-4DB7-BE63-110962DDC06D}" srcOrd="0" destOrd="1" presId="urn:microsoft.com/office/officeart/2005/8/layout/hList2"/>
    <dgm:cxn modelId="{3BB266DA-ACB8-41FB-894B-120E33F2C32B}" srcId="{DA653166-FCA7-4DB8-AC16-52B512872B21}" destId="{2BD54D2A-28E1-4748-9FE7-C64E97D1C00A}" srcOrd="0" destOrd="0" parTransId="{89D1386C-8EBC-4005-B673-6C72A7687D4A}" sibTransId="{154E7DEC-E7FE-4B75-B04B-344EA730A838}"/>
    <dgm:cxn modelId="{97CAE9E7-2E7B-401F-9C7A-FE265EAEAEC8}" type="presOf" srcId="{05E7BC07-D113-4DC3-AEE4-E6774DC4A2D3}" destId="{57B907B0-58FE-4EDC-A606-D26D155AD4DD}" srcOrd="0" destOrd="0" presId="urn:microsoft.com/office/officeart/2005/8/layout/hList2"/>
    <dgm:cxn modelId="{909754F4-D312-48F0-BBDF-EEBE6D96A8BB}" srcId="{5CB74EFA-D829-448F-BCC9-CF05F2B05116}" destId="{E13D6FA7-7B43-409E-A28E-FF66F6F1DF8D}" srcOrd="0" destOrd="0" parTransId="{4A4A095C-4C74-43CC-B18F-C53687AB2BBB}" sibTransId="{B77AAE08-D333-4E89-8A21-C8A00379BDC1}"/>
    <dgm:cxn modelId="{0AF370F7-BDE8-4143-B589-2848CF782AB6}" srcId="{36EE64C5-F6B9-4A4F-B1EE-32CF41506187}" destId="{05E7BC07-D113-4DC3-AEE4-E6774DC4A2D3}" srcOrd="0" destOrd="0" parTransId="{64324274-170F-4D91-BF70-94351761DF61}" sibTransId="{35FDD268-896F-4FC4-BB51-E9BA0907F48B}"/>
    <dgm:cxn modelId="{FC92A8FC-FD72-4A73-91B7-8919D437C1E8}" type="presOf" srcId="{5C58DFC5-2D49-4126-852A-FAA5E5B98FA1}" destId="{4EFAC4E4-B44F-40BB-8ADD-1E68EAF270D7}" srcOrd="0" destOrd="0" presId="urn:microsoft.com/office/officeart/2005/8/layout/hList2"/>
    <dgm:cxn modelId="{939F0CFE-5348-41CF-8005-A9DD800974C9}" srcId="{E63D8491-AAE3-4782-9EDA-9DDD4880658E}" destId="{3CE489F7-1BD9-4AC5-8C45-FEA44366C029}" srcOrd="1" destOrd="0" parTransId="{6BD813C7-EB2F-41E6-AFD3-0BD4A2945B1A}" sibTransId="{EE5E31B1-7E2F-4CE5-AD5E-92CF69E129BA}"/>
    <dgm:cxn modelId="{2994E2CC-C96F-4098-A33F-731BD3C52F71}" type="presParOf" srcId="{D88A1448-B32E-4FB3-ABF3-6551BA891902}" destId="{2F7B89F7-1746-4486-8B48-00018D45BDC4}" srcOrd="0" destOrd="0" presId="urn:microsoft.com/office/officeart/2005/8/layout/hList2"/>
    <dgm:cxn modelId="{743D57E7-D1E5-4A28-BD94-9A7D23ACB105}" type="presParOf" srcId="{2F7B89F7-1746-4486-8B48-00018D45BDC4}" destId="{81A5D1BB-FB88-4AF5-82D6-7005283BF465}" srcOrd="0" destOrd="0" presId="urn:microsoft.com/office/officeart/2005/8/layout/hList2"/>
    <dgm:cxn modelId="{A6A85851-1A5F-470A-8738-3D6FF96BD99C}" type="presParOf" srcId="{2F7B89F7-1746-4486-8B48-00018D45BDC4}" destId="{42833D0C-D22E-4BCB-8365-46C5612F5AB8}" srcOrd="1" destOrd="0" presId="urn:microsoft.com/office/officeart/2005/8/layout/hList2"/>
    <dgm:cxn modelId="{C1CDD229-F96F-4413-9974-63652F151C18}" type="presParOf" srcId="{2F7B89F7-1746-4486-8B48-00018D45BDC4}" destId="{1661196B-4068-4980-B95F-0774169C7BC7}" srcOrd="2" destOrd="0" presId="urn:microsoft.com/office/officeart/2005/8/layout/hList2"/>
    <dgm:cxn modelId="{E3D1DB27-1ABD-4B77-9411-4C7F3AF6E06D}" type="presParOf" srcId="{D88A1448-B32E-4FB3-ABF3-6551BA891902}" destId="{ABB9BF52-86D8-4C71-BCFE-7021A5F5DAE6}" srcOrd="1" destOrd="0" presId="urn:microsoft.com/office/officeart/2005/8/layout/hList2"/>
    <dgm:cxn modelId="{0522D494-A407-4841-9061-C0AE1FFFFB33}" type="presParOf" srcId="{D88A1448-B32E-4FB3-ABF3-6551BA891902}" destId="{F5C92649-6EB3-41F5-85FF-13E72B5AB336}" srcOrd="2" destOrd="0" presId="urn:microsoft.com/office/officeart/2005/8/layout/hList2"/>
    <dgm:cxn modelId="{0CAA2CE4-B020-43B1-A338-E62914BB8B8E}" type="presParOf" srcId="{F5C92649-6EB3-41F5-85FF-13E72B5AB336}" destId="{28AD6806-F716-43E9-8BF5-CFD37EEEB014}" srcOrd="0" destOrd="0" presId="urn:microsoft.com/office/officeart/2005/8/layout/hList2"/>
    <dgm:cxn modelId="{684C2971-C991-439A-AA27-A03DB87AF0BE}" type="presParOf" srcId="{F5C92649-6EB3-41F5-85FF-13E72B5AB336}" destId="{0D483D47-26C8-4DB7-BE63-110962DDC06D}" srcOrd="1" destOrd="0" presId="urn:microsoft.com/office/officeart/2005/8/layout/hList2"/>
    <dgm:cxn modelId="{97689FE4-6FEC-401E-A2E4-A206BE1923E4}" type="presParOf" srcId="{F5C92649-6EB3-41F5-85FF-13E72B5AB336}" destId="{B058BF17-75BA-4DBC-AEC9-82DE1E23F3BB}" srcOrd="2" destOrd="0" presId="urn:microsoft.com/office/officeart/2005/8/layout/hList2"/>
    <dgm:cxn modelId="{0DF2A8F1-BB98-4943-A117-6403F25482FC}" type="presParOf" srcId="{D88A1448-B32E-4FB3-ABF3-6551BA891902}" destId="{C99F889E-80F4-4723-B085-60EA8C457784}" srcOrd="3" destOrd="0" presId="urn:microsoft.com/office/officeart/2005/8/layout/hList2"/>
    <dgm:cxn modelId="{64C81A20-E5EB-4091-8595-A35669582791}" type="presParOf" srcId="{D88A1448-B32E-4FB3-ABF3-6551BA891902}" destId="{E3146586-A1E1-46F1-AE88-BC4D3EEB9569}" srcOrd="4" destOrd="0" presId="urn:microsoft.com/office/officeart/2005/8/layout/hList2"/>
    <dgm:cxn modelId="{1C9646DE-A498-4F31-8A36-655AC77F6AEC}" type="presParOf" srcId="{E3146586-A1E1-46F1-AE88-BC4D3EEB9569}" destId="{649057AF-840E-435C-8A4C-07093E21BDDB}" srcOrd="0" destOrd="0" presId="urn:microsoft.com/office/officeart/2005/8/layout/hList2"/>
    <dgm:cxn modelId="{1D8A90A8-2EF9-4547-8DD2-A4F598C78724}" type="presParOf" srcId="{E3146586-A1E1-46F1-AE88-BC4D3EEB9569}" destId="{57B907B0-58FE-4EDC-A606-D26D155AD4DD}" srcOrd="1" destOrd="0" presId="urn:microsoft.com/office/officeart/2005/8/layout/hList2"/>
    <dgm:cxn modelId="{5F818065-5FED-4D4C-8852-48F39DF833A8}" type="presParOf" srcId="{E3146586-A1E1-46F1-AE88-BC4D3EEB9569}" destId="{85CA9EAD-8951-497A-9E2B-BD75AB3227D9}" srcOrd="2" destOrd="0" presId="urn:microsoft.com/office/officeart/2005/8/layout/hList2"/>
    <dgm:cxn modelId="{8686D2C6-4581-4869-9B1B-8EBC527CA03B}" type="presParOf" srcId="{D88A1448-B32E-4FB3-ABF3-6551BA891902}" destId="{C80A74E7-5CB1-44F3-AB6F-1C10C1DC01CE}" srcOrd="5" destOrd="0" presId="urn:microsoft.com/office/officeart/2005/8/layout/hList2"/>
    <dgm:cxn modelId="{FCC506DB-B925-4A06-8E26-FC1B30FEE26D}" type="presParOf" srcId="{D88A1448-B32E-4FB3-ABF3-6551BA891902}" destId="{FD34B700-3FB5-4BFE-BCEE-DF6C701A5BA5}" srcOrd="6" destOrd="0" presId="urn:microsoft.com/office/officeart/2005/8/layout/hList2"/>
    <dgm:cxn modelId="{E8E40AA6-FFE3-499B-9270-F9AB31CD1927}" type="presParOf" srcId="{FD34B700-3FB5-4BFE-BCEE-DF6C701A5BA5}" destId="{72F4DCA0-481E-4D43-8E61-1944D80AE5C1}" srcOrd="0" destOrd="0" presId="urn:microsoft.com/office/officeart/2005/8/layout/hList2"/>
    <dgm:cxn modelId="{56F8A67B-8777-4D10-B7A9-5CA2B022191E}" type="presParOf" srcId="{FD34B700-3FB5-4BFE-BCEE-DF6C701A5BA5}" destId="{C04A1D74-6967-40FD-ADA7-6FA1D1967815}" srcOrd="1" destOrd="0" presId="urn:microsoft.com/office/officeart/2005/8/layout/hList2"/>
    <dgm:cxn modelId="{18D05CD7-0A55-41A2-8AE2-DB5144942F37}" type="presParOf" srcId="{FD34B700-3FB5-4BFE-BCEE-DF6C701A5BA5}" destId="{4C105786-E71A-46A1-900D-C3D7BB6D953C}" srcOrd="2" destOrd="0" presId="urn:microsoft.com/office/officeart/2005/8/layout/hList2"/>
    <dgm:cxn modelId="{7BA7D1ED-F05C-44EC-9E9D-38E134A0A1A1}" type="presParOf" srcId="{D88A1448-B32E-4FB3-ABF3-6551BA891902}" destId="{D02D4A24-8F25-4000-A72E-65F39EA71C76}" srcOrd="7" destOrd="0" presId="urn:microsoft.com/office/officeart/2005/8/layout/hList2"/>
    <dgm:cxn modelId="{8D106CE1-CD58-46E8-95C2-0D4149D5ADFF}" type="presParOf" srcId="{D88A1448-B32E-4FB3-ABF3-6551BA891902}" destId="{36672E0E-8CC4-4C16-80C4-8354E8771D2D}" srcOrd="8" destOrd="0" presId="urn:microsoft.com/office/officeart/2005/8/layout/hList2"/>
    <dgm:cxn modelId="{5035538D-141B-496B-9DE8-46B6E37DC6D0}" type="presParOf" srcId="{36672E0E-8CC4-4C16-80C4-8354E8771D2D}" destId="{188FDB15-2D24-4899-A383-CAD6B20082FF}" srcOrd="0" destOrd="0" presId="urn:microsoft.com/office/officeart/2005/8/layout/hList2"/>
    <dgm:cxn modelId="{BCB291ED-FAE4-4C71-B1AB-D427B4152642}" type="presParOf" srcId="{36672E0E-8CC4-4C16-80C4-8354E8771D2D}" destId="{213B828A-A1C1-4C03-914D-B62D33F720DA}" srcOrd="1" destOrd="0" presId="urn:microsoft.com/office/officeart/2005/8/layout/hList2"/>
    <dgm:cxn modelId="{B6357436-E70F-4FAD-B8D1-D6610D3488A7}" type="presParOf" srcId="{36672E0E-8CC4-4C16-80C4-8354E8771D2D}" destId="{20208414-C649-4004-8F43-8FD3E03A8527}" srcOrd="2" destOrd="0" presId="urn:microsoft.com/office/officeart/2005/8/layout/hList2"/>
    <dgm:cxn modelId="{67978DBF-8840-48A6-AE73-F825AEF53358}" type="presParOf" srcId="{D88A1448-B32E-4FB3-ABF3-6551BA891902}" destId="{FEB8F0AD-97E0-4921-B1EF-DB8CDC53C1C5}" srcOrd="9" destOrd="0" presId="urn:microsoft.com/office/officeart/2005/8/layout/hList2"/>
    <dgm:cxn modelId="{BC1A3CFD-C25D-43DD-A8EE-D91DA804F3CC}" type="presParOf" srcId="{D88A1448-B32E-4FB3-ABF3-6551BA891902}" destId="{B53F8EF0-CEAF-4F74-93E4-EABEDDF9BF6F}" srcOrd="10" destOrd="0" presId="urn:microsoft.com/office/officeart/2005/8/layout/hList2"/>
    <dgm:cxn modelId="{0BE9B4C1-8944-4309-979D-8F07508F2208}" type="presParOf" srcId="{B53F8EF0-CEAF-4F74-93E4-EABEDDF9BF6F}" destId="{0B448265-FFF8-4D43-A052-F96EB05CD774}" srcOrd="0" destOrd="0" presId="urn:microsoft.com/office/officeart/2005/8/layout/hList2"/>
    <dgm:cxn modelId="{22557ECD-1F60-449E-AC76-3E70FD6E66DF}" type="presParOf" srcId="{B53F8EF0-CEAF-4F74-93E4-EABEDDF9BF6F}" destId="{4EFAC4E4-B44F-40BB-8ADD-1E68EAF270D7}" srcOrd="1" destOrd="0" presId="urn:microsoft.com/office/officeart/2005/8/layout/hList2"/>
    <dgm:cxn modelId="{6AA2030A-122E-4724-8304-78A196E66B01}" type="presParOf" srcId="{B53F8EF0-CEAF-4F74-93E4-EABEDDF9BF6F}" destId="{DAD8DF54-08A4-4D14-8037-D7B8BBE7ACCB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EADC2B-7A5F-4F26-81CC-70E1C1257D75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7B97D32-98B9-4F97-851B-36FB7EE05883}">
      <dgm:prSet phldrT="[Text]" phldr="0"/>
      <dgm:spPr/>
      <dgm:t>
        <a:bodyPr/>
        <a:lstStyle/>
        <a:p>
          <a:r>
            <a:rPr lang="en-US" dirty="0"/>
            <a:t>APPLICATIONS</a:t>
          </a:r>
          <a:endParaRPr lang="en-IN" dirty="0"/>
        </a:p>
      </dgm:t>
    </dgm:pt>
    <dgm:pt modelId="{413ED839-C1C2-4CB5-816B-1F8C35ED9F2E}" type="parTrans" cxnId="{5E40CEA5-5169-4332-9378-D7F927F029A6}">
      <dgm:prSet/>
      <dgm:spPr/>
      <dgm:t>
        <a:bodyPr/>
        <a:lstStyle/>
        <a:p>
          <a:endParaRPr lang="en-IN"/>
        </a:p>
      </dgm:t>
    </dgm:pt>
    <dgm:pt modelId="{5D643F26-C4F0-4964-8E07-67D9680F4FB6}" type="sibTrans" cxnId="{5E40CEA5-5169-4332-9378-D7F927F029A6}">
      <dgm:prSet/>
      <dgm:spPr/>
      <dgm:t>
        <a:bodyPr/>
        <a:lstStyle/>
        <a:p>
          <a:endParaRPr lang="en-IN"/>
        </a:p>
      </dgm:t>
    </dgm:pt>
    <dgm:pt modelId="{585968D1-5B7B-40BB-B550-05D4526B0DB1}">
      <dgm:prSet phldrT="[Text]"/>
      <dgm:spPr/>
      <dgm:t>
        <a:bodyPr/>
        <a:lstStyle/>
        <a:p>
          <a:pPr>
            <a:buNone/>
          </a:pPr>
          <a:r>
            <a:rPr lang="en-IN" dirty="0"/>
            <a:t>Educational institutions</a:t>
          </a:r>
        </a:p>
      </dgm:t>
    </dgm:pt>
    <dgm:pt modelId="{A57395E4-C028-429E-AC4E-B4A6724958E3}" type="parTrans" cxnId="{F490DECD-5C5D-4093-B3C3-456C37F65D8B}">
      <dgm:prSet/>
      <dgm:spPr/>
      <dgm:t>
        <a:bodyPr/>
        <a:lstStyle/>
        <a:p>
          <a:endParaRPr lang="en-IN"/>
        </a:p>
      </dgm:t>
    </dgm:pt>
    <dgm:pt modelId="{07A8B257-7E64-4E87-982D-B131060F971E}" type="sibTrans" cxnId="{F490DECD-5C5D-4093-B3C3-456C37F65D8B}">
      <dgm:prSet/>
      <dgm:spPr/>
      <dgm:t>
        <a:bodyPr/>
        <a:lstStyle/>
        <a:p>
          <a:endParaRPr lang="en-IN"/>
        </a:p>
      </dgm:t>
    </dgm:pt>
    <dgm:pt modelId="{12A14806-9B8B-46B4-8010-FA709E37A920}">
      <dgm:prSet phldrT="[Text]" phldr="0"/>
      <dgm:spPr/>
      <dgm:t>
        <a:bodyPr/>
        <a:lstStyle/>
        <a:p>
          <a:r>
            <a:rPr lang="en-US" dirty="0"/>
            <a:t>ADVANTAGE</a:t>
          </a:r>
          <a:endParaRPr lang="en-IN" dirty="0"/>
        </a:p>
      </dgm:t>
    </dgm:pt>
    <dgm:pt modelId="{265642D3-BFB1-4A9C-985C-C212D2615C12}" type="parTrans" cxnId="{847B9808-E214-41D8-9BA6-C0939A9E6ADA}">
      <dgm:prSet/>
      <dgm:spPr/>
      <dgm:t>
        <a:bodyPr/>
        <a:lstStyle/>
        <a:p>
          <a:endParaRPr lang="en-IN"/>
        </a:p>
      </dgm:t>
    </dgm:pt>
    <dgm:pt modelId="{796F508E-5373-42BE-91B2-B0676A803104}" type="sibTrans" cxnId="{847B9808-E214-41D8-9BA6-C0939A9E6ADA}">
      <dgm:prSet/>
      <dgm:spPr/>
      <dgm:t>
        <a:bodyPr/>
        <a:lstStyle/>
        <a:p>
          <a:endParaRPr lang="en-IN"/>
        </a:p>
      </dgm:t>
    </dgm:pt>
    <dgm:pt modelId="{0A84E4B3-1452-4A12-9858-BBCE99C11BBB}">
      <dgm:prSet phldrT="[Text]"/>
      <dgm:spPr/>
      <dgm:t>
        <a:bodyPr/>
        <a:lstStyle/>
        <a:p>
          <a:pPr>
            <a:buNone/>
          </a:pPr>
          <a:r>
            <a:rPr lang="en-US" b="1" dirty="0"/>
            <a:t>Time Efficiency</a:t>
          </a:r>
          <a:r>
            <a:rPr lang="en-US" dirty="0"/>
            <a:t> – Converts hours of recordings into concise summaries within minutes.</a:t>
          </a:r>
          <a:endParaRPr lang="en-IN" dirty="0"/>
        </a:p>
      </dgm:t>
    </dgm:pt>
    <dgm:pt modelId="{2172D75F-F088-45C5-8652-F6E70B935282}" type="parTrans" cxnId="{767A1B48-DD19-4BE1-851F-5B3083BBE941}">
      <dgm:prSet/>
      <dgm:spPr/>
      <dgm:t>
        <a:bodyPr/>
        <a:lstStyle/>
        <a:p>
          <a:endParaRPr lang="en-IN"/>
        </a:p>
      </dgm:t>
    </dgm:pt>
    <dgm:pt modelId="{E17F890D-2142-4CFC-B258-636B752E6F06}" type="sibTrans" cxnId="{767A1B48-DD19-4BE1-851F-5B3083BBE941}">
      <dgm:prSet/>
      <dgm:spPr/>
      <dgm:t>
        <a:bodyPr/>
        <a:lstStyle/>
        <a:p>
          <a:endParaRPr lang="en-IN"/>
        </a:p>
      </dgm:t>
    </dgm:pt>
    <dgm:pt modelId="{45700F8F-B197-44A0-8B87-CA474C3C70DC}">
      <dgm:prSet phldrT="[Text]" phldr="0"/>
      <dgm:spPr/>
      <dgm:t>
        <a:bodyPr/>
        <a:lstStyle/>
        <a:p>
          <a:r>
            <a:rPr lang="en-US" dirty="0"/>
            <a:t>FUTURE SCOPE</a:t>
          </a:r>
          <a:endParaRPr lang="en-IN" dirty="0"/>
        </a:p>
      </dgm:t>
    </dgm:pt>
    <dgm:pt modelId="{5687D10A-F4FC-4577-BD14-204EBDCE640D}" type="parTrans" cxnId="{5010CDCE-87C3-43B9-A645-984D521C17A2}">
      <dgm:prSet/>
      <dgm:spPr/>
      <dgm:t>
        <a:bodyPr/>
        <a:lstStyle/>
        <a:p>
          <a:endParaRPr lang="en-IN"/>
        </a:p>
      </dgm:t>
    </dgm:pt>
    <dgm:pt modelId="{0563C355-B7C8-4915-8E8B-485536D2A582}" type="sibTrans" cxnId="{5010CDCE-87C3-43B9-A645-984D521C17A2}">
      <dgm:prSet/>
      <dgm:spPr/>
      <dgm:t>
        <a:bodyPr/>
        <a:lstStyle/>
        <a:p>
          <a:endParaRPr lang="en-IN"/>
        </a:p>
      </dgm:t>
    </dgm:pt>
    <dgm:pt modelId="{604ECD0C-BD3F-4B5E-A667-2D86465106FB}">
      <dgm:prSet phldrT="[Text]"/>
      <dgm:spPr/>
      <dgm:t>
        <a:bodyPr/>
        <a:lstStyle/>
        <a:p>
          <a:pPr>
            <a:buNone/>
          </a:pPr>
          <a:r>
            <a:rPr lang="en-IN" dirty="0"/>
            <a:t>Multilingual Support and Translation</a:t>
          </a:r>
        </a:p>
      </dgm:t>
    </dgm:pt>
    <dgm:pt modelId="{2048088F-760F-4B6E-943C-C89697177D76}" type="parTrans" cxnId="{3E4C8145-4A4C-4DB8-BAD3-DE3D07DE63C4}">
      <dgm:prSet/>
      <dgm:spPr/>
      <dgm:t>
        <a:bodyPr/>
        <a:lstStyle/>
        <a:p>
          <a:endParaRPr lang="en-IN"/>
        </a:p>
      </dgm:t>
    </dgm:pt>
    <dgm:pt modelId="{1C1B7F5D-C428-456A-B2AB-50A623B2552E}" type="sibTrans" cxnId="{3E4C8145-4A4C-4DB8-BAD3-DE3D07DE63C4}">
      <dgm:prSet/>
      <dgm:spPr/>
      <dgm:t>
        <a:bodyPr/>
        <a:lstStyle/>
        <a:p>
          <a:endParaRPr lang="en-IN"/>
        </a:p>
      </dgm:t>
    </dgm:pt>
    <dgm:pt modelId="{24D177E2-249B-46FA-AB5E-DA81E285AA7F}">
      <dgm:prSet/>
      <dgm:spPr/>
      <dgm:t>
        <a:bodyPr/>
        <a:lstStyle/>
        <a:p>
          <a:pPr>
            <a:buNone/>
          </a:pPr>
          <a:r>
            <a:rPr lang="en-IN"/>
            <a:t>Corporate meetings</a:t>
          </a:r>
        </a:p>
      </dgm:t>
    </dgm:pt>
    <dgm:pt modelId="{9A942C54-1C43-4A0D-B1A8-AEC8053E5365}" type="parTrans" cxnId="{5CF9DCE0-7457-402C-A026-8E6D3C4F8547}">
      <dgm:prSet/>
      <dgm:spPr/>
      <dgm:t>
        <a:bodyPr/>
        <a:lstStyle/>
        <a:p>
          <a:endParaRPr lang="en-IN"/>
        </a:p>
      </dgm:t>
    </dgm:pt>
    <dgm:pt modelId="{F396C1A1-4213-4D73-A1BD-64B1BC8BD69A}" type="sibTrans" cxnId="{5CF9DCE0-7457-402C-A026-8E6D3C4F8547}">
      <dgm:prSet/>
      <dgm:spPr/>
      <dgm:t>
        <a:bodyPr/>
        <a:lstStyle/>
        <a:p>
          <a:endParaRPr lang="en-IN"/>
        </a:p>
      </dgm:t>
    </dgm:pt>
    <dgm:pt modelId="{F344D54E-7666-4B13-8F01-1C648AA90748}">
      <dgm:prSet/>
      <dgm:spPr/>
      <dgm:t>
        <a:bodyPr/>
        <a:lstStyle/>
        <a:p>
          <a:pPr>
            <a:buNone/>
          </a:pPr>
          <a:r>
            <a:rPr lang="en-IN"/>
            <a:t>Webinars &amp; conferences</a:t>
          </a:r>
        </a:p>
      </dgm:t>
    </dgm:pt>
    <dgm:pt modelId="{5F145A3A-DD19-409A-AC84-684AB902BC33}" type="parTrans" cxnId="{52B3115E-9441-41A9-A2C1-66AE0B686723}">
      <dgm:prSet/>
      <dgm:spPr/>
      <dgm:t>
        <a:bodyPr/>
        <a:lstStyle/>
        <a:p>
          <a:endParaRPr lang="en-IN"/>
        </a:p>
      </dgm:t>
    </dgm:pt>
    <dgm:pt modelId="{2D6B1635-D79D-4B36-9B37-A04AF7649BE1}" type="sibTrans" cxnId="{52B3115E-9441-41A9-A2C1-66AE0B686723}">
      <dgm:prSet/>
      <dgm:spPr/>
      <dgm:t>
        <a:bodyPr/>
        <a:lstStyle/>
        <a:p>
          <a:endParaRPr lang="en-IN"/>
        </a:p>
      </dgm:t>
    </dgm:pt>
    <dgm:pt modelId="{D042C99A-150C-4260-ADA4-65E84D923A68}">
      <dgm:prSet/>
      <dgm:spPr/>
      <dgm:t>
        <a:bodyPr/>
        <a:lstStyle/>
        <a:p>
          <a:pPr>
            <a:buNone/>
          </a:pPr>
          <a:r>
            <a:rPr lang="en-IN"/>
            <a:t>Research discussions</a:t>
          </a:r>
        </a:p>
      </dgm:t>
    </dgm:pt>
    <dgm:pt modelId="{F0FF4BA6-6AB2-4A18-BD7C-EBF0D85B0A03}" type="parTrans" cxnId="{7F70277E-20DF-4804-B0AA-5847241C6D11}">
      <dgm:prSet/>
      <dgm:spPr/>
      <dgm:t>
        <a:bodyPr/>
        <a:lstStyle/>
        <a:p>
          <a:endParaRPr lang="en-IN"/>
        </a:p>
      </dgm:t>
    </dgm:pt>
    <dgm:pt modelId="{3C3A3C1D-8D58-49EE-ADE7-F4D41D4C464F}" type="sibTrans" cxnId="{7F70277E-20DF-4804-B0AA-5847241C6D11}">
      <dgm:prSet/>
      <dgm:spPr/>
      <dgm:t>
        <a:bodyPr/>
        <a:lstStyle/>
        <a:p>
          <a:endParaRPr lang="en-IN"/>
        </a:p>
      </dgm:t>
    </dgm:pt>
    <dgm:pt modelId="{FD9D755B-3A7F-4B45-A23C-1D6EF183D657}">
      <dgm:prSet/>
      <dgm:spPr/>
      <dgm:t>
        <a:bodyPr/>
        <a:lstStyle/>
        <a:p>
          <a:pPr>
            <a:buNone/>
          </a:pPr>
          <a:r>
            <a:rPr lang="en-IN"/>
            <a:t>HR and recruitment processes</a:t>
          </a:r>
        </a:p>
      </dgm:t>
    </dgm:pt>
    <dgm:pt modelId="{3DE170B6-7759-4BB2-B767-98B1A62350A9}" type="parTrans" cxnId="{A7ED3990-2063-4CAB-9F72-AE44B21D1B94}">
      <dgm:prSet/>
      <dgm:spPr/>
      <dgm:t>
        <a:bodyPr/>
        <a:lstStyle/>
        <a:p>
          <a:endParaRPr lang="en-IN"/>
        </a:p>
      </dgm:t>
    </dgm:pt>
    <dgm:pt modelId="{0F88391C-73EF-4C33-9FA7-704A23AE865F}" type="sibTrans" cxnId="{A7ED3990-2063-4CAB-9F72-AE44B21D1B94}">
      <dgm:prSet/>
      <dgm:spPr/>
      <dgm:t>
        <a:bodyPr/>
        <a:lstStyle/>
        <a:p>
          <a:endParaRPr lang="en-IN"/>
        </a:p>
      </dgm:t>
    </dgm:pt>
    <dgm:pt modelId="{15941564-C9E6-48EA-94BF-1A86E97E8021}">
      <dgm:prSet/>
      <dgm:spPr/>
      <dgm:t>
        <a:bodyPr/>
        <a:lstStyle/>
        <a:p>
          <a:pPr>
            <a:buNone/>
          </a:pPr>
          <a:r>
            <a:rPr lang="en-IN"/>
            <a:t>Government meetings</a:t>
          </a:r>
        </a:p>
      </dgm:t>
    </dgm:pt>
    <dgm:pt modelId="{A5B69610-9EEA-4311-9C9F-F4E535387CA4}" type="parTrans" cxnId="{22600968-5465-44ED-881D-EA32A2938DCF}">
      <dgm:prSet/>
      <dgm:spPr/>
      <dgm:t>
        <a:bodyPr/>
        <a:lstStyle/>
        <a:p>
          <a:endParaRPr lang="en-IN"/>
        </a:p>
      </dgm:t>
    </dgm:pt>
    <dgm:pt modelId="{26B93B90-A099-4DA9-BEBB-E38FBCAA0330}" type="sibTrans" cxnId="{22600968-5465-44ED-881D-EA32A2938DCF}">
      <dgm:prSet/>
      <dgm:spPr/>
      <dgm:t>
        <a:bodyPr/>
        <a:lstStyle/>
        <a:p>
          <a:endParaRPr lang="en-IN"/>
        </a:p>
      </dgm:t>
    </dgm:pt>
    <dgm:pt modelId="{18B69DF5-9FC8-4000-84A3-56CDE2B399E6}">
      <dgm:prSet/>
      <dgm:spPr/>
      <dgm:t>
        <a:bodyPr/>
        <a:lstStyle/>
        <a:p>
          <a:pPr>
            <a:buNone/>
          </a:pPr>
          <a:r>
            <a:rPr lang="en-IN"/>
            <a:t>Training programs</a:t>
          </a:r>
        </a:p>
      </dgm:t>
    </dgm:pt>
    <dgm:pt modelId="{9D037281-8494-47EE-8061-F35AA5A7AAA2}" type="parTrans" cxnId="{D3CCD511-6F48-4374-8270-B990D49627D9}">
      <dgm:prSet/>
      <dgm:spPr/>
      <dgm:t>
        <a:bodyPr/>
        <a:lstStyle/>
        <a:p>
          <a:endParaRPr lang="en-IN"/>
        </a:p>
      </dgm:t>
    </dgm:pt>
    <dgm:pt modelId="{838A53AC-B706-4DD4-B0A1-72DFA37FD248}" type="sibTrans" cxnId="{D3CCD511-6F48-4374-8270-B990D49627D9}">
      <dgm:prSet/>
      <dgm:spPr/>
      <dgm:t>
        <a:bodyPr/>
        <a:lstStyle/>
        <a:p>
          <a:endParaRPr lang="en-IN"/>
        </a:p>
      </dgm:t>
    </dgm:pt>
    <dgm:pt modelId="{31A9C841-E035-4359-AF62-EFC1705DA13F}">
      <dgm:prSet/>
      <dgm:spPr/>
      <dgm:t>
        <a:bodyPr/>
        <a:lstStyle/>
        <a:p>
          <a:pPr>
            <a:buNone/>
          </a:pPr>
          <a:r>
            <a:rPr lang="en-IN"/>
            <a:t>Project management teams</a:t>
          </a:r>
        </a:p>
      </dgm:t>
    </dgm:pt>
    <dgm:pt modelId="{C0A76BDE-C51F-4098-B369-6F753A51DF03}" type="parTrans" cxnId="{2604A08F-DDC1-4104-8CDE-E8B6647D0CC2}">
      <dgm:prSet/>
      <dgm:spPr/>
      <dgm:t>
        <a:bodyPr/>
        <a:lstStyle/>
        <a:p>
          <a:endParaRPr lang="en-IN"/>
        </a:p>
      </dgm:t>
    </dgm:pt>
    <dgm:pt modelId="{8C385CE6-A3DC-4BF7-AB5E-47002D39A3A0}" type="sibTrans" cxnId="{2604A08F-DDC1-4104-8CDE-E8B6647D0CC2}">
      <dgm:prSet/>
      <dgm:spPr/>
      <dgm:t>
        <a:bodyPr/>
        <a:lstStyle/>
        <a:p>
          <a:endParaRPr lang="en-IN"/>
        </a:p>
      </dgm:t>
    </dgm:pt>
    <dgm:pt modelId="{E8D37361-3FDE-4FEF-B0E0-5BF1BBDC24A7}">
      <dgm:prSet/>
      <dgm:spPr/>
      <dgm:t>
        <a:bodyPr/>
        <a:lstStyle/>
        <a:p>
          <a:pPr>
            <a:buNone/>
          </a:pPr>
          <a:r>
            <a:rPr lang="en-IN"/>
            <a:t>Legal documentation</a:t>
          </a:r>
        </a:p>
      </dgm:t>
    </dgm:pt>
    <dgm:pt modelId="{516CF406-A59E-4229-BBD4-85B339879628}" type="parTrans" cxnId="{A7B64AD3-771A-4DE9-973F-B29F056D11EB}">
      <dgm:prSet/>
      <dgm:spPr/>
      <dgm:t>
        <a:bodyPr/>
        <a:lstStyle/>
        <a:p>
          <a:endParaRPr lang="en-IN"/>
        </a:p>
      </dgm:t>
    </dgm:pt>
    <dgm:pt modelId="{9F0AEC16-B47D-464A-873C-CE0C2974CD7B}" type="sibTrans" cxnId="{A7B64AD3-771A-4DE9-973F-B29F056D11EB}">
      <dgm:prSet/>
      <dgm:spPr/>
      <dgm:t>
        <a:bodyPr/>
        <a:lstStyle/>
        <a:p>
          <a:endParaRPr lang="en-IN"/>
        </a:p>
      </dgm:t>
    </dgm:pt>
    <dgm:pt modelId="{CB2BAFC0-B941-4E27-9441-E1ED117F88A3}">
      <dgm:prSet/>
      <dgm:spPr/>
      <dgm:t>
        <a:bodyPr/>
        <a:lstStyle/>
        <a:p>
          <a:pPr>
            <a:buNone/>
          </a:pPr>
          <a:r>
            <a:rPr lang="en-IN"/>
            <a:t>Remote work environments</a:t>
          </a:r>
        </a:p>
      </dgm:t>
    </dgm:pt>
    <dgm:pt modelId="{AC567247-9C63-4B54-B152-8BFA9573A241}" type="parTrans" cxnId="{0821AE40-216F-4893-89C8-F547EEC38CA1}">
      <dgm:prSet/>
      <dgm:spPr/>
      <dgm:t>
        <a:bodyPr/>
        <a:lstStyle/>
        <a:p>
          <a:endParaRPr lang="en-IN"/>
        </a:p>
      </dgm:t>
    </dgm:pt>
    <dgm:pt modelId="{B9D59C2E-5964-436C-B693-685B43179D7E}" type="sibTrans" cxnId="{0821AE40-216F-4893-89C8-F547EEC38CA1}">
      <dgm:prSet/>
      <dgm:spPr/>
      <dgm:t>
        <a:bodyPr/>
        <a:lstStyle/>
        <a:p>
          <a:endParaRPr lang="en-IN"/>
        </a:p>
      </dgm:t>
    </dgm:pt>
    <dgm:pt modelId="{B436107B-AAE1-40F9-AD22-002DF727521C}">
      <dgm:prSet/>
      <dgm:spPr/>
      <dgm:t>
        <a:bodyPr/>
        <a:lstStyle/>
        <a:p>
          <a:pPr>
            <a:buNone/>
          </a:pPr>
          <a:r>
            <a:rPr lang="en-US" b="1" dirty="0"/>
            <a:t>Automated Note-Taking</a:t>
          </a:r>
          <a:r>
            <a:rPr lang="en-US" dirty="0"/>
            <a:t> – Ensures no important information is missed.</a:t>
          </a:r>
        </a:p>
      </dgm:t>
    </dgm:pt>
    <dgm:pt modelId="{C192D67C-A818-4BDC-A1BB-F945C7EDF575}" type="parTrans" cxnId="{702E7401-02D7-42BA-845F-547A4DCE9F01}">
      <dgm:prSet/>
      <dgm:spPr/>
      <dgm:t>
        <a:bodyPr/>
        <a:lstStyle/>
        <a:p>
          <a:endParaRPr lang="en-IN"/>
        </a:p>
      </dgm:t>
    </dgm:pt>
    <dgm:pt modelId="{F6B411DE-8EF4-4062-ACBE-668ADBC11C0A}" type="sibTrans" cxnId="{702E7401-02D7-42BA-845F-547A4DCE9F01}">
      <dgm:prSet/>
      <dgm:spPr/>
      <dgm:t>
        <a:bodyPr/>
        <a:lstStyle/>
        <a:p>
          <a:endParaRPr lang="en-IN"/>
        </a:p>
      </dgm:t>
    </dgm:pt>
    <dgm:pt modelId="{485A12A1-3A1A-444C-A08D-D56E4F62CCE8}">
      <dgm:prSet/>
      <dgm:spPr/>
      <dgm:t>
        <a:bodyPr/>
        <a:lstStyle/>
        <a:p>
          <a:pPr>
            <a:buNone/>
          </a:pPr>
          <a:r>
            <a:rPr lang="en-US" b="1" dirty="0"/>
            <a:t>Speaker Participation Analysis</a:t>
          </a:r>
          <a:r>
            <a:rPr lang="en-US" dirty="0"/>
            <a:t> </a:t>
          </a:r>
        </a:p>
      </dgm:t>
    </dgm:pt>
    <dgm:pt modelId="{16CE9868-2554-44C4-AEDF-199621960DF6}" type="parTrans" cxnId="{04091E24-D279-4605-B0D8-FF12AFB0C78C}">
      <dgm:prSet/>
      <dgm:spPr/>
      <dgm:t>
        <a:bodyPr/>
        <a:lstStyle/>
        <a:p>
          <a:endParaRPr lang="en-IN"/>
        </a:p>
      </dgm:t>
    </dgm:pt>
    <dgm:pt modelId="{55FF4AEF-CB1A-451B-BE12-FD99AA3BE607}" type="sibTrans" cxnId="{04091E24-D279-4605-B0D8-FF12AFB0C78C}">
      <dgm:prSet/>
      <dgm:spPr/>
      <dgm:t>
        <a:bodyPr/>
        <a:lstStyle/>
        <a:p>
          <a:endParaRPr lang="en-IN"/>
        </a:p>
      </dgm:t>
    </dgm:pt>
    <dgm:pt modelId="{283915E6-6D10-4011-9604-218E689175AA}">
      <dgm:prSet/>
      <dgm:spPr/>
      <dgm:t>
        <a:bodyPr/>
        <a:lstStyle/>
        <a:p>
          <a:pPr>
            <a:buNone/>
          </a:pPr>
          <a:r>
            <a:rPr lang="en-US" b="1" dirty="0"/>
            <a:t>Improved Productivity</a:t>
          </a:r>
          <a:r>
            <a:rPr lang="en-US" dirty="0"/>
            <a:t> </a:t>
          </a:r>
        </a:p>
      </dgm:t>
    </dgm:pt>
    <dgm:pt modelId="{CAA7F0E4-8926-4952-AA18-B606489F4771}" type="parTrans" cxnId="{6F41A8CA-F6DD-4A90-883D-6ACB8B2F0932}">
      <dgm:prSet/>
      <dgm:spPr/>
      <dgm:t>
        <a:bodyPr/>
        <a:lstStyle/>
        <a:p>
          <a:endParaRPr lang="en-IN"/>
        </a:p>
      </dgm:t>
    </dgm:pt>
    <dgm:pt modelId="{EE22F2D3-FD35-4B92-882E-54CB66E32F59}" type="sibTrans" cxnId="{6F41A8CA-F6DD-4A90-883D-6ACB8B2F0932}">
      <dgm:prSet/>
      <dgm:spPr/>
      <dgm:t>
        <a:bodyPr/>
        <a:lstStyle/>
        <a:p>
          <a:endParaRPr lang="en-IN"/>
        </a:p>
      </dgm:t>
    </dgm:pt>
    <dgm:pt modelId="{7EB01D5E-F534-4C8D-B2DE-96710CA8E6B9}">
      <dgm:prSet/>
      <dgm:spPr/>
      <dgm:t>
        <a:bodyPr/>
        <a:lstStyle/>
        <a:p>
          <a:pPr>
            <a:buNone/>
          </a:pPr>
          <a:r>
            <a:rPr lang="en-US" b="1" dirty="0"/>
            <a:t>Supports Remote Learning &amp; Work</a:t>
          </a:r>
          <a:r>
            <a:rPr lang="en-US" dirty="0"/>
            <a:t> </a:t>
          </a:r>
        </a:p>
      </dgm:t>
    </dgm:pt>
    <dgm:pt modelId="{9CBF3ED9-E408-4646-83EA-CB1A84ECFF65}" type="parTrans" cxnId="{441B761D-2905-416D-B614-39125AE6593F}">
      <dgm:prSet/>
      <dgm:spPr/>
      <dgm:t>
        <a:bodyPr/>
        <a:lstStyle/>
        <a:p>
          <a:endParaRPr lang="en-IN"/>
        </a:p>
      </dgm:t>
    </dgm:pt>
    <dgm:pt modelId="{70E453EB-4741-4478-95BC-0F7350A5648D}" type="sibTrans" cxnId="{441B761D-2905-416D-B614-39125AE6593F}">
      <dgm:prSet/>
      <dgm:spPr/>
      <dgm:t>
        <a:bodyPr/>
        <a:lstStyle/>
        <a:p>
          <a:endParaRPr lang="en-IN"/>
        </a:p>
      </dgm:t>
    </dgm:pt>
    <dgm:pt modelId="{70FDBAB4-F3BB-46B4-8D4E-28D708C7092D}">
      <dgm:prSet/>
      <dgm:spPr/>
      <dgm:t>
        <a:bodyPr/>
        <a:lstStyle/>
        <a:p>
          <a:pPr>
            <a:buNone/>
          </a:pPr>
          <a:r>
            <a:rPr lang="en-IN" b="1"/>
            <a:t>Accurate Decision Tracking</a:t>
          </a:r>
          <a:endParaRPr lang="en-IN"/>
        </a:p>
      </dgm:t>
    </dgm:pt>
    <dgm:pt modelId="{1B98074A-B07B-42BC-BE5E-8B28944F17E1}" type="parTrans" cxnId="{A4534DB6-E35F-40B2-9E20-B92B61EBF65E}">
      <dgm:prSet/>
      <dgm:spPr/>
      <dgm:t>
        <a:bodyPr/>
        <a:lstStyle/>
        <a:p>
          <a:endParaRPr lang="en-IN"/>
        </a:p>
      </dgm:t>
    </dgm:pt>
    <dgm:pt modelId="{229C80BD-5C84-4A70-8BCA-B3F69F4F0625}" type="sibTrans" cxnId="{A4534DB6-E35F-40B2-9E20-B92B61EBF65E}">
      <dgm:prSet/>
      <dgm:spPr/>
      <dgm:t>
        <a:bodyPr/>
        <a:lstStyle/>
        <a:p>
          <a:endParaRPr lang="en-IN"/>
        </a:p>
      </dgm:t>
    </dgm:pt>
    <dgm:pt modelId="{8C485C53-4F6B-4EC4-9CAF-DC2FB4C17AF0}">
      <dgm:prSet/>
      <dgm:spPr/>
      <dgm:t>
        <a:bodyPr/>
        <a:lstStyle/>
        <a:p>
          <a:pPr>
            <a:buNone/>
          </a:pPr>
          <a:r>
            <a:rPr lang="en-IN"/>
            <a:t>Advanced Speaker Diarization</a:t>
          </a:r>
        </a:p>
      </dgm:t>
    </dgm:pt>
    <dgm:pt modelId="{1DED7341-29B6-4C1D-A20D-44B0BB51C538}" type="parTrans" cxnId="{63250A96-7B99-483D-A405-3347496B2582}">
      <dgm:prSet/>
      <dgm:spPr/>
      <dgm:t>
        <a:bodyPr/>
        <a:lstStyle/>
        <a:p>
          <a:endParaRPr lang="en-IN"/>
        </a:p>
      </dgm:t>
    </dgm:pt>
    <dgm:pt modelId="{BA786494-C038-44F1-B158-9814E0E371DB}" type="sibTrans" cxnId="{63250A96-7B99-483D-A405-3347496B2582}">
      <dgm:prSet/>
      <dgm:spPr/>
      <dgm:t>
        <a:bodyPr/>
        <a:lstStyle/>
        <a:p>
          <a:endParaRPr lang="en-IN"/>
        </a:p>
      </dgm:t>
    </dgm:pt>
    <dgm:pt modelId="{F64313FC-D9D9-41FF-81F3-D992BAA6159A}">
      <dgm:prSet/>
      <dgm:spPr/>
      <dgm:t>
        <a:bodyPr/>
        <a:lstStyle/>
        <a:p>
          <a:pPr>
            <a:buNone/>
          </a:pPr>
          <a:r>
            <a:rPr lang="en-IN"/>
            <a:t>Emotion &amp; Behavioral Analysis</a:t>
          </a:r>
        </a:p>
      </dgm:t>
    </dgm:pt>
    <dgm:pt modelId="{922CCD21-C0AE-4C81-9089-FEB2C91167C5}" type="parTrans" cxnId="{379658EF-9672-493A-90C1-D7AF6E02360D}">
      <dgm:prSet/>
      <dgm:spPr/>
      <dgm:t>
        <a:bodyPr/>
        <a:lstStyle/>
        <a:p>
          <a:endParaRPr lang="en-IN"/>
        </a:p>
      </dgm:t>
    </dgm:pt>
    <dgm:pt modelId="{40BF3E62-826A-4E79-B533-2CA093E9102D}" type="sibTrans" cxnId="{379658EF-9672-493A-90C1-D7AF6E02360D}">
      <dgm:prSet/>
      <dgm:spPr/>
      <dgm:t>
        <a:bodyPr/>
        <a:lstStyle/>
        <a:p>
          <a:endParaRPr lang="en-IN"/>
        </a:p>
      </dgm:t>
    </dgm:pt>
    <dgm:pt modelId="{5D66FE02-EF7B-4123-811E-B4992F91D749}">
      <dgm:prSet/>
      <dgm:spPr/>
      <dgm:t>
        <a:bodyPr/>
        <a:lstStyle/>
        <a:p>
          <a:pPr>
            <a:buNone/>
          </a:pPr>
          <a:r>
            <a:rPr lang="en-US"/>
            <a:t>Integration with Zoom, Microsoft Teams APIs</a:t>
          </a:r>
        </a:p>
      </dgm:t>
    </dgm:pt>
    <dgm:pt modelId="{B9F85841-9AE4-407C-814F-B75A1BD0EB98}" type="parTrans" cxnId="{D6A90F06-8A0A-45A0-8D2A-7BFFC6E844E5}">
      <dgm:prSet/>
      <dgm:spPr/>
      <dgm:t>
        <a:bodyPr/>
        <a:lstStyle/>
        <a:p>
          <a:endParaRPr lang="en-IN"/>
        </a:p>
      </dgm:t>
    </dgm:pt>
    <dgm:pt modelId="{9E549290-EAE2-4766-B6AE-13061C036E71}" type="sibTrans" cxnId="{D6A90F06-8A0A-45A0-8D2A-7BFFC6E844E5}">
      <dgm:prSet/>
      <dgm:spPr/>
      <dgm:t>
        <a:bodyPr/>
        <a:lstStyle/>
        <a:p>
          <a:endParaRPr lang="en-IN"/>
        </a:p>
      </dgm:t>
    </dgm:pt>
    <dgm:pt modelId="{86C9F211-1E78-40FD-BA08-4AC50D0D67D3}">
      <dgm:prSet/>
      <dgm:spPr/>
      <dgm:t>
        <a:bodyPr/>
        <a:lstStyle/>
        <a:p>
          <a:pPr>
            <a:buNone/>
          </a:pPr>
          <a:r>
            <a:rPr lang="en-IN"/>
            <a:t>Mobile Application Development</a:t>
          </a:r>
        </a:p>
      </dgm:t>
    </dgm:pt>
    <dgm:pt modelId="{1556D189-1072-45DB-95AC-FC8315837D40}" type="parTrans" cxnId="{CD1B5B19-F45D-468C-8DDA-C80BE01BB639}">
      <dgm:prSet/>
      <dgm:spPr/>
      <dgm:t>
        <a:bodyPr/>
        <a:lstStyle/>
        <a:p>
          <a:endParaRPr lang="en-IN"/>
        </a:p>
      </dgm:t>
    </dgm:pt>
    <dgm:pt modelId="{7F0F1ADF-FF49-48DC-AE8E-327668F4DF8D}" type="sibTrans" cxnId="{CD1B5B19-F45D-468C-8DDA-C80BE01BB639}">
      <dgm:prSet/>
      <dgm:spPr/>
      <dgm:t>
        <a:bodyPr/>
        <a:lstStyle/>
        <a:p>
          <a:endParaRPr lang="en-IN"/>
        </a:p>
      </dgm:t>
    </dgm:pt>
    <dgm:pt modelId="{B108219F-8A5D-4390-A499-846AC8E9E115}" type="pres">
      <dgm:prSet presAssocID="{E8EADC2B-7A5F-4F26-81CC-70E1C1257D75}" presName="theList" presStyleCnt="0">
        <dgm:presLayoutVars>
          <dgm:dir/>
          <dgm:animLvl val="lvl"/>
          <dgm:resizeHandles val="exact"/>
        </dgm:presLayoutVars>
      </dgm:prSet>
      <dgm:spPr/>
    </dgm:pt>
    <dgm:pt modelId="{32517554-9684-4C73-A6EF-243D258A4A2E}" type="pres">
      <dgm:prSet presAssocID="{67B97D32-98B9-4F97-851B-36FB7EE05883}" presName="compNode" presStyleCnt="0"/>
      <dgm:spPr/>
    </dgm:pt>
    <dgm:pt modelId="{0B84B7B8-BDC2-41DD-BA7E-411E20722041}" type="pres">
      <dgm:prSet presAssocID="{67B97D32-98B9-4F97-851B-36FB7EE05883}" presName="aNode" presStyleLbl="bgShp" presStyleIdx="0" presStyleCnt="3"/>
      <dgm:spPr/>
    </dgm:pt>
    <dgm:pt modelId="{BB3C1852-59BB-4A49-984B-334E65E8EB62}" type="pres">
      <dgm:prSet presAssocID="{67B97D32-98B9-4F97-851B-36FB7EE05883}" presName="textNode" presStyleLbl="bgShp" presStyleIdx="0" presStyleCnt="3"/>
      <dgm:spPr/>
    </dgm:pt>
    <dgm:pt modelId="{D5154C3B-538A-4374-AD18-EE0770E89982}" type="pres">
      <dgm:prSet presAssocID="{67B97D32-98B9-4F97-851B-36FB7EE05883}" presName="compChildNode" presStyleCnt="0"/>
      <dgm:spPr/>
    </dgm:pt>
    <dgm:pt modelId="{114A45D5-53C2-4757-B4B4-5F7076EFB0ED}" type="pres">
      <dgm:prSet presAssocID="{67B97D32-98B9-4F97-851B-36FB7EE05883}" presName="theInnerList" presStyleCnt="0"/>
      <dgm:spPr/>
    </dgm:pt>
    <dgm:pt modelId="{8FC049C9-66D1-45A0-98FF-A5C5792916B6}" type="pres">
      <dgm:prSet presAssocID="{585968D1-5B7B-40BB-B550-05D4526B0DB1}" presName="childNode" presStyleLbl="node1" presStyleIdx="0" presStyleCnt="21">
        <dgm:presLayoutVars>
          <dgm:bulletEnabled val="1"/>
        </dgm:presLayoutVars>
      </dgm:prSet>
      <dgm:spPr/>
    </dgm:pt>
    <dgm:pt modelId="{8158F277-4BB8-48DA-B966-D3208C5A9B89}" type="pres">
      <dgm:prSet presAssocID="{585968D1-5B7B-40BB-B550-05D4526B0DB1}" presName="aSpace2" presStyleCnt="0"/>
      <dgm:spPr/>
    </dgm:pt>
    <dgm:pt modelId="{92A92D25-4057-4E10-BE8D-34E4B8DDD887}" type="pres">
      <dgm:prSet presAssocID="{24D177E2-249B-46FA-AB5E-DA81E285AA7F}" presName="childNode" presStyleLbl="node1" presStyleIdx="1" presStyleCnt="21">
        <dgm:presLayoutVars>
          <dgm:bulletEnabled val="1"/>
        </dgm:presLayoutVars>
      </dgm:prSet>
      <dgm:spPr/>
    </dgm:pt>
    <dgm:pt modelId="{F4B245A7-F932-4629-800D-CF699C94A39C}" type="pres">
      <dgm:prSet presAssocID="{24D177E2-249B-46FA-AB5E-DA81E285AA7F}" presName="aSpace2" presStyleCnt="0"/>
      <dgm:spPr/>
    </dgm:pt>
    <dgm:pt modelId="{34B5CFCB-82A9-40DE-A654-C76AE90AE3B6}" type="pres">
      <dgm:prSet presAssocID="{F344D54E-7666-4B13-8F01-1C648AA90748}" presName="childNode" presStyleLbl="node1" presStyleIdx="2" presStyleCnt="21">
        <dgm:presLayoutVars>
          <dgm:bulletEnabled val="1"/>
        </dgm:presLayoutVars>
      </dgm:prSet>
      <dgm:spPr/>
    </dgm:pt>
    <dgm:pt modelId="{E411E85B-FB19-4BA4-A195-EB606AE73B20}" type="pres">
      <dgm:prSet presAssocID="{F344D54E-7666-4B13-8F01-1C648AA90748}" presName="aSpace2" presStyleCnt="0"/>
      <dgm:spPr/>
    </dgm:pt>
    <dgm:pt modelId="{00A206BF-EFF4-4160-A266-656F485499A7}" type="pres">
      <dgm:prSet presAssocID="{D042C99A-150C-4260-ADA4-65E84D923A68}" presName="childNode" presStyleLbl="node1" presStyleIdx="3" presStyleCnt="21">
        <dgm:presLayoutVars>
          <dgm:bulletEnabled val="1"/>
        </dgm:presLayoutVars>
      </dgm:prSet>
      <dgm:spPr/>
    </dgm:pt>
    <dgm:pt modelId="{861D2A89-119C-4B03-B174-B87B52ED3DD5}" type="pres">
      <dgm:prSet presAssocID="{D042C99A-150C-4260-ADA4-65E84D923A68}" presName="aSpace2" presStyleCnt="0"/>
      <dgm:spPr/>
    </dgm:pt>
    <dgm:pt modelId="{F809D220-7974-40EB-A798-DE8DB99D29E1}" type="pres">
      <dgm:prSet presAssocID="{FD9D755B-3A7F-4B45-A23C-1D6EF183D657}" presName="childNode" presStyleLbl="node1" presStyleIdx="4" presStyleCnt="21">
        <dgm:presLayoutVars>
          <dgm:bulletEnabled val="1"/>
        </dgm:presLayoutVars>
      </dgm:prSet>
      <dgm:spPr/>
    </dgm:pt>
    <dgm:pt modelId="{6C29EF69-CBA8-453D-AD54-344A7B53C198}" type="pres">
      <dgm:prSet presAssocID="{FD9D755B-3A7F-4B45-A23C-1D6EF183D657}" presName="aSpace2" presStyleCnt="0"/>
      <dgm:spPr/>
    </dgm:pt>
    <dgm:pt modelId="{5055425E-E345-4E34-83BB-06396AC395D2}" type="pres">
      <dgm:prSet presAssocID="{15941564-C9E6-48EA-94BF-1A86E97E8021}" presName="childNode" presStyleLbl="node1" presStyleIdx="5" presStyleCnt="21">
        <dgm:presLayoutVars>
          <dgm:bulletEnabled val="1"/>
        </dgm:presLayoutVars>
      </dgm:prSet>
      <dgm:spPr/>
    </dgm:pt>
    <dgm:pt modelId="{2A934E80-D3B4-43FA-9A70-17E64AD7962D}" type="pres">
      <dgm:prSet presAssocID="{15941564-C9E6-48EA-94BF-1A86E97E8021}" presName="aSpace2" presStyleCnt="0"/>
      <dgm:spPr/>
    </dgm:pt>
    <dgm:pt modelId="{5C702FA6-084D-473C-93AA-1EB164F22DB3}" type="pres">
      <dgm:prSet presAssocID="{18B69DF5-9FC8-4000-84A3-56CDE2B399E6}" presName="childNode" presStyleLbl="node1" presStyleIdx="6" presStyleCnt="21">
        <dgm:presLayoutVars>
          <dgm:bulletEnabled val="1"/>
        </dgm:presLayoutVars>
      </dgm:prSet>
      <dgm:spPr/>
    </dgm:pt>
    <dgm:pt modelId="{AE441FED-2F30-4F72-8D51-96EB7F1E6B95}" type="pres">
      <dgm:prSet presAssocID="{18B69DF5-9FC8-4000-84A3-56CDE2B399E6}" presName="aSpace2" presStyleCnt="0"/>
      <dgm:spPr/>
    </dgm:pt>
    <dgm:pt modelId="{C3C311BB-0D55-46FF-8AC6-C76BD4E8D643}" type="pres">
      <dgm:prSet presAssocID="{31A9C841-E035-4359-AF62-EFC1705DA13F}" presName="childNode" presStyleLbl="node1" presStyleIdx="7" presStyleCnt="21">
        <dgm:presLayoutVars>
          <dgm:bulletEnabled val="1"/>
        </dgm:presLayoutVars>
      </dgm:prSet>
      <dgm:spPr/>
    </dgm:pt>
    <dgm:pt modelId="{1E66A79A-F9B9-4217-B020-0C290E6094B7}" type="pres">
      <dgm:prSet presAssocID="{31A9C841-E035-4359-AF62-EFC1705DA13F}" presName="aSpace2" presStyleCnt="0"/>
      <dgm:spPr/>
    </dgm:pt>
    <dgm:pt modelId="{1A81A4B4-F153-4951-870E-10A161B8CBE5}" type="pres">
      <dgm:prSet presAssocID="{E8D37361-3FDE-4FEF-B0E0-5BF1BBDC24A7}" presName="childNode" presStyleLbl="node1" presStyleIdx="8" presStyleCnt="21">
        <dgm:presLayoutVars>
          <dgm:bulletEnabled val="1"/>
        </dgm:presLayoutVars>
      </dgm:prSet>
      <dgm:spPr/>
    </dgm:pt>
    <dgm:pt modelId="{7484E6C4-4D16-42AB-9E91-B0A44C285028}" type="pres">
      <dgm:prSet presAssocID="{E8D37361-3FDE-4FEF-B0E0-5BF1BBDC24A7}" presName="aSpace2" presStyleCnt="0"/>
      <dgm:spPr/>
    </dgm:pt>
    <dgm:pt modelId="{9A33A628-0E09-4CF9-BA03-8D3D278CE6B6}" type="pres">
      <dgm:prSet presAssocID="{CB2BAFC0-B941-4E27-9441-E1ED117F88A3}" presName="childNode" presStyleLbl="node1" presStyleIdx="9" presStyleCnt="21">
        <dgm:presLayoutVars>
          <dgm:bulletEnabled val="1"/>
        </dgm:presLayoutVars>
      </dgm:prSet>
      <dgm:spPr/>
    </dgm:pt>
    <dgm:pt modelId="{1D3C9CC5-C7E9-4EE9-9657-CD942C02AFC0}" type="pres">
      <dgm:prSet presAssocID="{67B97D32-98B9-4F97-851B-36FB7EE05883}" presName="aSpace" presStyleCnt="0"/>
      <dgm:spPr/>
    </dgm:pt>
    <dgm:pt modelId="{BD8126F8-812E-4DC9-B653-32EE184C06E7}" type="pres">
      <dgm:prSet presAssocID="{12A14806-9B8B-46B4-8010-FA709E37A920}" presName="compNode" presStyleCnt="0"/>
      <dgm:spPr/>
    </dgm:pt>
    <dgm:pt modelId="{26DA16F6-A479-491E-A452-BDF6C5C00167}" type="pres">
      <dgm:prSet presAssocID="{12A14806-9B8B-46B4-8010-FA709E37A920}" presName="aNode" presStyleLbl="bgShp" presStyleIdx="1" presStyleCnt="3"/>
      <dgm:spPr/>
    </dgm:pt>
    <dgm:pt modelId="{978C361A-2F1A-4315-9478-70462E12FF0D}" type="pres">
      <dgm:prSet presAssocID="{12A14806-9B8B-46B4-8010-FA709E37A920}" presName="textNode" presStyleLbl="bgShp" presStyleIdx="1" presStyleCnt="3"/>
      <dgm:spPr/>
    </dgm:pt>
    <dgm:pt modelId="{F0BE45D5-961F-4C48-A070-9AAD9727CDB1}" type="pres">
      <dgm:prSet presAssocID="{12A14806-9B8B-46B4-8010-FA709E37A920}" presName="compChildNode" presStyleCnt="0"/>
      <dgm:spPr/>
    </dgm:pt>
    <dgm:pt modelId="{69F05B86-95B9-4C3F-8CDF-B591BE0422B1}" type="pres">
      <dgm:prSet presAssocID="{12A14806-9B8B-46B4-8010-FA709E37A920}" presName="theInnerList" presStyleCnt="0"/>
      <dgm:spPr/>
    </dgm:pt>
    <dgm:pt modelId="{C08B810A-1925-4943-922B-A6AB37D53BF0}" type="pres">
      <dgm:prSet presAssocID="{0A84E4B3-1452-4A12-9858-BBCE99C11BBB}" presName="childNode" presStyleLbl="node1" presStyleIdx="10" presStyleCnt="21">
        <dgm:presLayoutVars>
          <dgm:bulletEnabled val="1"/>
        </dgm:presLayoutVars>
      </dgm:prSet>
      <dgm:spPr/>
    </dgm:pt>
    <dgm:pt modelId="{895CA4BE-1E9C-4094-9B9B-43E9EF98382F}" type="pres">
      <dgm:prSet presAssocID="{0A84E4B3-1452-4A12-9858-BBCE99C11BBB}" presName="aSpace2" presStyleCnt="0"/>
      <dgm:spPr/>
    </dgm:pt>
    <dgm:pt modelId="{760733D0-7E68-4181-8B11-9FCA824813E4}" type="pres">
      <dgm:prSet presAssocID="{B436107B-AAE1-40F9-AD22-002DF727521C}" presName="childNode" presStyleLbl="node1" presStyleIdx="11" presStyleCnt="21">
        <dgm:presLayoutVars>
          <dgm:bulletEnabled val="1"/>
        </dgm:presLayoutVars>
      </dgm:prSet>
      <dgm:spPr/>
    </dgm:pt>
    <dgm:pt modelId="{9EBD3416-1DA2-4D2E-AF88-B6EDB71DF77F}" type="pres">
      <dgm:prSet presAssocID="{B436107B-AAE1-40F9-AD22-002DF727521C}" presName="aSpace2" presStyleCnt="0"/>
      <dgm:spPr/>
    </dgm:pt>
    <dgm:pt modelId="{5E15DB7E-06E7-4F61-BAEF-577AEF54F435}" type="pres">
      <dgm:prSet presAssocID="{485A12A1-3A1A-444C-A08D-D56E4F62CCE8}" presName="childNode" presStyleLbl="node1" presStyleIdx="12" presStyleCnt="21">
        <dgm:presLayoutVars>
          <dgm:bulletEnabled val="1"/>
        </dgm:presLayoutVars>
      </dgm:prSet>
      <dgm:spPr/>
    </dgm:pt>
    <dgm:pt modelId="{2BFDA689-6CD7-4FA8-B9A0-52D3CC405AD5}" type="pres">
      <dgm:prSet presAssocID="{485A12A1-3A1A-444C-A08D-D56E4F62CCE8}" presName="aSpace2" presStyleCnt="0"/>
      <dgm:spPr/>
    </dgm:pt>
    <dgm:pt modelId="{7EA82795-B173-4B46-B795-D41B29909F76}" type="pres">
      <dgm:prSet presAssocID="{283915E6-6D10-4011-9604-218E689175AA}" presName="childNode" presStyleLbl="node1" presStyleIdx="13" presStyleCnt="21">
        <dgm:presLayoutVars>
          <dgm:bulletEnabled val="1"/>
        </dgm:presLayoutVars>
      </dgm:prSet>
      <dgm:spPr/>
    </dgm:pt>
    <dgm:pt modelId="{8D03DF85-28BA-4A59-8D97-B4F0F3BC5FD6}" type="pres">
      <dgm:prSet presAssocID="{283915E6-6D10-4011-9604-218E689175AA}" presName="aSpace2" presStyleCnt="0"/>
      <dgm:spPr/>
    </dgm:pt>
    <dgm:pt modelId="{DCCAAA5B-2D4C-43A1-B516-EFC937D4BEC1}" type="pres">
      <dgm:prSet presAssocID="{7EB01D5E-F534-4C8D-B2DE-96710CA8E6B9}" presName="childNode" presStyleLbl="node1" presStyleIdx="14" presStyleCnt="21">
        <dgm:presLayoutVars>
          <dgm:bulletEnabled val="1"/>
        </dgm:presLayoutVars>
      </dgm:prSet>
      <dgm:spPr/>
    </dgm:pt>
    <dgm:pt modelId="{D75D9B15-C1DF-47A1-BF7E-B8D8B3B68650}" type="pres">
      <dgm:prSet presAssocID="{7EB01D5E-F534-4C8D-B2DE-96710CA8E6B9}" presName="aSpace2" presStyleCnt="0"/>
      <dgm:spPr/>
    </dgm:pt>
    <dgm:pt modelId="{D9B14DF5-5F1F-45D1-AB60-DC8571ADCDA0}" type="pres">
      <dgm:prSet presAssocID="{70FDBAB4-F3BB-46B4-8D4E-28D708C7092D}" presName="childNode" presStyleLbl="node1" presStyleIdx="15" presStyleCnt="21">
        <dgm:presLayoutVars>
          <dgm:bulletEnabled val="1"/>
        </dgm:presLayoutVars>
      </dgm:prSet>
      <dgm:spPr/>
    </dgm:pt>
    <dgm:pt modelId="{3293C30F-E9C4-48E3-BB26-D84A2C35B8F6}" type="pres">
      <dgm:prSet presAssocID="{12A14806-9B8B-46B4-8010-FA709E37A920}" presName="aSpace" presStyleCnt="0"/>
      <dgm:spPr/>
    </dgm:pt>
    <dgm:pt modelId="{F6F2025E-E713-415B-AD9F-A29C6A3847DF}" type="pres">
      <dgm:prSet presAssocID="{45700F8F-B197-44A0-8B87-CA474C3C70DC}" presName="compNode" presStyleCnt="0"/>
      <dgm:spPr/>
    </dgm:pt>
    <dgm:pt modelId="{8DD78439-36DB-4532-A1FA-844E8FBF514E}" type="pres">
      <dgm:prSet presAssocID="{45700F8F-B197-44A0-8B87-CA474C3C70DC}" presName="aNode" presStyleLbl="bgShp" presStyleIdx="2" presStyleCnt="3"/>
      <dgm:spPr/>
    </dgm:pt>
    <dgm:pt modelId="{A52CDAAE-D78F-4ECE-8E16-3138012C5EAC}" type="pres">
      <dgm:prSet presAssocID="{45700F8F-B197-44A0-8B87-CA474C3C70DC}" presName="textNode" presStyleLbl="bgShp" presStyleIdx="2" presStyleCnt="3"/>
      <dgm:spPr/>
    </dgm:pt>
    <dgm:pt modelId="{21377292-CFF8-4244-9E0C-C7AA2BB95534}" type="pres">
      <dgm:prSet presAssocID="{45700F8F-B197-44A0-8B87-CA474C3C70DC}" presName="compChildNode" presStyleCnt="0"/>
      <dgm:spPr/>
    </dgm:pt>
    <dgm:pt modelId="{706ECD04-D34A-48B3-9C3F-8F720874A44A}" type="pres">
      <dgm:prSet presAssocID="{45700F8F-B197-44A0-8B87-CA474C3C70DC}" presName="theInnerList" presStyleCnt="0"/>
      <dgm:spPr/>
    </dgm:pt>
    <dgm:pt modelId="{D22D47BC-CA3B-4B26-9124-6D26F28B2815}" type="pres">
      <dgm:prSet presAssocID="{604ECD0C-BD3F-4B5E-A667-2D86465106FB}" presName="childNode" presStyleLbl="node1" presStyleIdx="16" presStyleCnt="21">
        <dgm:presLayoutVars>
          <dgm:bulletEnabled val="1"/>
        </dgm:presLayoutVars>
      </dgm:prSet>
      <dgm:spPr/>
    </dgm:pt>
    <dgm:pt modelId="{94B80576-DAA8-48E6-ADCA-E4D63340F393}" type="pres">
      <dgm:prSet presAssocID="{604ECD0C-BD3F-4B5E-A667-2D86465106FB}" presName="aSpace2" presStyleCnt="0"/>
      <dgm:spPr/>
    </dgm:pt>
    <dgm:pt modelId="{9F43F9F2-3B3D-4BF8-B108-0D471F04225E}" type="pres">
      <dgm:prSet presAssocID="{8C485C53-4F6B-4EC4-9CAF-DC2FB4C17AF0}" presName="childNode" presStyleLbl="node1" presStyleIdx="17" presStyleCnt="21">
        <dgm:presLayoutVars>
          <dgm:bulletEnabled val="1"/>
        </dgm:presLayoutVars>
      </dgm:prSet>
      <dgm:spPr/>
    </dgm:pt>
    <dgm:pt modelId="{ADED5A85-2EA4-4F73-8AEB-7B4C61913B4C}" type="pres">
      <dgm:prSet presAssocID="{8C485C53-4F6B-4EC4-9CAF-DC2FB4C17AF0}" presName="aSpace2" presStyleCnt="0"/>
      <dgm:spPr/>
    </dgm:pt>
    <dgm:pt modelId="{C039678C-B897-4751-B6E9-78BF592DE6C0}" type="pres">
      <dgm:prSet presAssocID="{F64313FC-D9D9-41FF-81F3-D992BAA6159A}" presName="childNode" presStyleLbl="node1" presStyleIdx="18" presStyleCnt="21">
        <dgm:presLayoutVars>
          <dgm:bulletEnabled val="1"/>
        </dgm:presLayoutVars>
      </dgm:prSet>
      <dgm:spPr/>
    </dgm:pt>
    <dgm:pt modelId="{23F90100-493D-447D-BC01-A41BBE0616DB}" type="pres">
      <dgm:prSet presAssocID="{F64313FC-D9D9-41FF-81F3-D992BAA6159A}" presName="aSpace2" presStyleCnt="0"/>
      <dgm:spPr/>
    </dgm:pt>
    <dgm:pt modelId="{A8D31680-2B04-4BC2-88C0-F06EC9219B30}" type="pres">
      <dgm:prSet presAssocID="{5D66FE02-EF7B-4123-811E-B4992F91D749}" presName="childNode" presStyleLbl="node1" presStyleIdx="19" presStyleCnt="21">
        <dgm:presLayoutVars>
          <dgm:bulletEnabled val="1"/>
        </dgm:presLayoutVars>
      </dgm:prSet>
      <dgm:spPr/>
    </dgm:pt>
    <dgm:pt modelId="{389DAB3E-64D5-420D-8E37-3FBC9D0A6C88}" type="pres">
      <dgm:prSet presAssocID="{5D66FE02-EF7B-4123-811E-B4992F91D749}" presName="aSpace2" presStyleCnt="0"/>
      <dgm:spPr/>
    </dgm:pt>
    <dgm:pt modelId="{1E2B87C0-2F9B-489D-8A3C-59C0E9EC43D8}" type="pres">
      <dgm:prSet presAssocID="{86C9F211-1E78-40FD-BA08-4AC50D0D67D3}" presName="childNode" presStyleLbl="node1" presStyleIdx="20" presStyleCnt="21">
        <dgm:presLayoutVars>
          <dgm:bulletEnabled val="1"/>
        </dgm:presLayoutVars>
      </dgm:prSet>
      <dgm:spPr/>
    </dgm:pt>
  </dgm:ptLst>
  <dgm:cxnLst>
    <dgm:cxn modelId="{4E15D000-0838-4232-9454-0141CFB88797}" type="presOf" srcId="{12A14806-9B8B-46B4-8010-FA709E37A920}" destId="{978C361A-2F1A-4315-9478-70462E12FF0D}" srcOrd="1" destOrd="0" presId="urn:microsoft.com/office/officeart/2005/8/layout/lProcess2"/>
    <dgm:cxn modelId="{702E7401-02D7-42BA-845F-547A4DCE9F01}" srcId="{12A14806-9B8B-46B4-8010-FA709E37A920}" destId="{B436107B-AAE1-40F9-AD22-002DF727521C}" srcOrd="1" destOrd="0" parTransId="{C192D67C-A818-4BDC-A1BB-F945C7EDF575}" sibTransId="{F6B411DE-8EF4-4062-ACBE-668ADBC11C0A}"/>
    <dgm:cxn modelId="{FB76F801-0A72-4974-8C39-FFC7F75CCD87}" type="presOf" srcId="{283915E6-6D10-4011-9604-218E689175AA}" destId="{7EA82795-B173-4B46-B795-D41B29909F76}" srcOrd="0" destOrd="0" presId="urn:microsoft.com/office/officeart/2005/8/layout/lProcess2"/>
    <dgm:cxn modelId="{D6A90F06-8A0A-45A0-8D2A-7BFFC6E844E5}" srcId="{45700F8F-B197-44A0-8B87-CA474C3C70DC}" destId="{5D66FE02-EF7B-4123-811E-B4992F91D749}" srcOrd="3" destOrd="0" parTransId="{B9F85841-9AE4-407C-814F-B75A1BD0EB98}" sibTransId="{9E549290-EAE2-4766-B6AE-13061C036E71}"/>
    <dgm:cxn modelId="{847B9808-E214-41D8-9BA6-C0939A9E6ADA}" srcId="{E8EADC2B-7A5F-4F26-81CC-70E1C1257D75}" destId="{12A14806-9B8B-46B4-8010-FA709E37A920}" srcOrd="1" destOrd="0" parTransId="{265642D3-BFB1-4A9C-985C-C212D2615C12}" sibTransId="{796F508E-5373-42BE-91B2-B0676A803104}"/>
    <dgm:cxn modelId="{2754B008-B122-45FC-99F3-B9534024208B}" type="presOf" srcId="{CB2BAFC0-B941-4E27-9441-E1ED117F88A3}" destId="{9A33A628-0E09-4CF9-BA03-8D3D278CE6B6}" srcOrd="0" destOrd="0" presId="urn:microsoft.com/office/officeart/2005/8/layout/lProcess2"/>
    <dgm:cxn modelId="{D3CCD511-6F48-4374-8270-B990D49627D9}" srcId="{67B97D32-98B9-4F97-851B-36FB7EE05883}" destId="{18B69DF5-9FC8-4000-84A3-56CDE2B399E6}" srcOrd="6" destOrd="0" parTransId="{9D037281-8494-47EE-8061-F35AA5A7AAA2}" sibTransId="{838A53AC-B706-4DD4-B0A1-72DFA37FD248}"/>
    <dgm:cxn modelId="{B3403C13-5EAB-4868-9C18-21E57E36200A}" type="presOf" srcId="{86C9F211-1E78-40FD-BA08-4AC50D0D67D3}" destId="{1E2B87C0-2F9B-489D-8A3C-59C0E9EC43D8}" srcOrd="0" destOrd="0" presId="urn:microsoft.com/office/officeart/2005/8/layout/lProcess2"/>
    <dgm:cxn modelId="{CD1B5B19-F45D-468C-8DDA-C80BE01BB639}" srcId="{45700F8F-B197-44A0-8B87-CA474C3C70DC}" destId="{86C9F211-1E78-40FD-BA08-4AC50D0D67D3}" srcOrd="4" destOrd="0" parTransId="{1556D189-1072-45DB-95AC-FC8315837D40}" sibTransId="{7F0F1ADF-FF49-48DC-AE8E-327668F4DF8D}"/>
    <dgm:cxn modelId="{441B761D-2905-416D-B614-39125AE6593F}" srcId="{12A14806-9B8B-46B4-8010-FA709E37A920}" destId="{7EB01D5E-F534-4C8D-B2DE-96710CA8E6B9}" srcOrd="4" destOrd="0" parTransId="{9CBF3ED9-E408-4646-83EA-CB1A84ECFF65}" sibTransId="{70E453EB-4741-4478-95BC-0F7350A5648D}"/>
    <dgm:cxn modelId="{04091E24-D279-4605-B0D8-FF12AFB0C78C}" srcId="{12A14806-9B8B-46B4-8010-FA709E37A920}" destId="{485A12A1-3A1A-444C-A08D-D56E4F62CCE8}" srcOrd="2" destOrd="0" parTransId="{16CE9868-2554-44C4-AEDF-199621960DF6}" sibTransId="{55FF4AEF-CB1A-451B-BE12-FD99AA3BE607}"/>
    <dgm:cxn modelId="{6530422E-17AD-4427-B810-F4C58EE9FF01}" type="presOf" srcId="{D042C99A-150C-4260-ADA4-65E84D923A68}" destId="{00A206BF-EFF4-4160-A266-656F485499A7}" srcOrd="0" destOrd="0" presId="urn:microsoft.com/office/officeart/2005/8/layout/lProcess2"/>
    <dgm:cxn modelId="{DC700432-8335-48CF-958D-504DD5221AA8}" type="presOf" srcId="{7EB01D5E-F534-4C8D-B2DE-96710CA8E6B9}" destId="{DCCAAA5B-2D4C-43A1-B516-EFC937D4BEC1}" srcOrd="0" destOrd="0" presId="urn:microsoft.com/office/officeart/2005/8/layout/lProcess2"/>
    <dgm:cxn modelId="{679E2A39-60BA-4611-B7EF-70A6916914C4}" type="presOf" srcId="{485A12A1-3A1A-444C-A08D-D56E4F62CCE8}" destId="{5E15DB7E-06E7-4F61-BAEF-577AEF54F435}" srcOrd="0" destOrd="0" presId="urn:microsoft.com/office/officeart/2005/8/layout/lProcess2"/>
    <dgm:cxn modelId="{ED95FB3E-BDDB-40C1-A2D1-9E765FF0EA0D}" type="presOf" srcId="{31A9C841-E035-4359-AF62-EFC1705DA13F}" destId="{C3C311BB-0D55-46FF-8AC6-C76BD4E8D643}" srcOrd="0" destOrd="0" presId="urn:microsoft.com/office/officeart/2005/8/layout/lProcess2"/>
    <dgm:cxn modelId="{0821AE40-216F-4893-89C8-F547EEC38CA1}" srcId="{67B97D32-98B9-4F97-851B-36FB7EE05883}" destId="{CB2BAFC0-B941-4E27-9441-E1ED117F88A3}" srcOrd="9" destOrd="0" parTransId="{AC567247-9C63-4B54-B152-8BFA9573A241}" sibTransId="{B9D59C2E-5964-436C-B693-685B43179D7E}"/>
    <dgm:cxn modelId="{2879035B-7D10-4BC9-B366-44835648FA42}" type="presOf" srcId="{15941564-C9E6-48EA-94BF-1A86E97E8021}" destId="{5055425E-E345-4E34-83BB-06396AC395D2}" srcOrd="0" destOrd="0" presId="urn:microsoft.com/office/officeart/2005/8/layout/lProcess2"/>
    <dgm:cxn modelId="{52B3115E-9441-41A9-A2C1-66AE0B686723}" srcId="{67B97D32-98B9-4F97-851B-36FB7EE05883}" destId="{F344D54E-7666-4B13-8F01-1C648AA90748}" srcOrd="2" destOrd="0" parTransId="{5F145A3A-DD19-409A-AC84-684AB902BC33}" sibTransId="{2D6B1635-D79D-4B36-9B37-A04AF7649BE1}"/>
    <dgm:cxn modelId="{F46DBD63-D44F-4066-88A6-4498E14CB012}" type="presOf" srcId="{0A84E4B3-1452-4A12-9858-BBCE99C11BBB}" destId="{C08B810A-1925-4943-922B-A6AB37D53BF0}" srcOrd="0" destOrd="0" presId="urn:microsoft.com/office/officeart/2005/8/layout/lProcess2"/>
    <dgm:cxn modelId="{3E4C8145-4A4C-4DB8-BAD3-DE3D07DE63C4}" srcId="{45700F8F-B197-44A0-8B87-CA474C3C70DC}" destId="{604ECD0C-BD3F-4B5E-A667-2D86465106FB}" srcOrd="0" destOrd="0" parTransId="{2048088F-760F-4B6E-943C-C89697177D76}" sibTransId="{1C1B7F5D-C428-456A-B2AB-50A623B2552E}"/>
    <dgm:cxn modelId="{451D8367-58E0-4825-9EDD-5C8250825D3F}" type="presOf" srcId="{70FDBAB4-F3BB-46B4-8D4E-28D708C7092D}" destId="{D9B14DF5-5F1F-45D1-AB60-DC8571ADCDA0}" srcOrd="0" destOrd="0" presId="urn:microsoft.com/office/officeart/2005/8/layout/lProcess2"/>
    <dgm:cxn modelId="{22600968-5465-44ED-881D-EA32A2938DCF}" srcId="{67B97D32-98B9-4F97-851B-36FB7EE05883}" destId="{15941564-C9E6-48EA-94BF-1A86E97E8021}" srcOrd="5" destOrd="0" parTransId="{A5B69610-9EEA-4311-9C9F-F4E535387CA4}" sibTransId="{26B93B90-A099-4DA9-BEBB-E38FBCAA0330}"/>
    <dgm:cxn modelId="{767A1B48-DD19-4BE1-851F-5B3083BBE941}" srcId="{12A14806-9B8B-46B4-8010-FA709E37A920}" destId="{0A84E4B3-1452-4A12-9858-BBCE99C11BBB}" srcOrd="0" destOrd="0" parTransId="{2172D75F-F088-45C5-8652-F6E70B935282}" sibTransId="{E17F890D-2142-4CFC-B258-636B752E6F06}"/>
    <dgm:cxn modelId="{8CBC086A-2354-4F15-BE8B-049D9AAA0BE5}" type="presOf" srcId="{45700F8F-B197-44A0-8B87-CA474C3C70DC}" destId="{A52CDAAE-D78F-4ECE-8E16-3138012C5EAC}" srcOrd="1" destOrd="0" presId="urn:microsoft.com/office/officeart/2005/8/layout/lProcess2"/>
    <dgm:cxn modelId="{1A8E1C4A-1D6B-4533-A8AE-26F5B296DCEE}" type="presOf" srcId="{E8D37361-3FDE-4FEF-B0E0-5BF1BBDC24A7}" destId="{1A81A4B4-F153-4951-870E-10A161B8CBE5}" srcOrd="0" destOrd="0" presId="urn:microsoft.com/office/officeart/2005/8/layout/lProcess2"/>
    <dgm:cxn modelId="{48DB284B-A3E3-4B75-85E7-1E4F2BDA0EBB}" type="presOf" srcId="{45700F8F-B197-44A0-8B87-CA474C3C70DC}" destId="{8DD78439-36DB-4532-A1FA-844E8FBF514E}" srcOrd="0" destOrd="0" presId="urn:microsoft.com/office/officeart/2005/8/layout/lProcess2"/>
    <dgm:cxn modelId="{4486BB6D-BCE6-4C1C-B3A4-9DAE158BD03B}" type="presOf" srcId="{F344D54E-7666-4B13-8F01-1C648AA90748}" destId="{34B5CFCB-82A9-40DE-A654-C76AE90AE3B6}" srcOrd="0" destOrd="0" presId="urn:microsoft.com/office/officeart/2005/8/layout/lProcess2"/>
    <dgm:cxn modelId="{7F70277E-20DF-4804-B0AA-5847241C6D11}" srcId="{67B97D32-98B9-4F97-851B-36FB7EE05883}" destId="{D042C99A-150C-4260-ADA4-65E84D923A68}" srcOrd="3" destOrd="0" parTransId="{F0FF4BA6-6AB2-4A18-BD7C-EBF0D85B0A03}" sibTransId="{3C3A3C1D-8D58-49EE-ADE7-F4D41D4C464F}"/>
    <dgm:cxn modelId="{2604A08F-DDC1-4104-8CDE-E8B6647D0CC2}" srcId="{67B97D32-98B9-4F97-851B-36FB7EE05883}" destId="{31A9C841-E035-4359-AF62-EFC1705DA13F}" srcOrd="7" destOrd="0" parTransId="{C0A76BDE-C51F-4098-B369-6F753A51DF03}" sibTransId="{8C385CE6-A3DC-4BF7-AB5E-47002D39A3A0}"/>
    <dgm:cxn modelId="{A7ED3990-2063-4CAB-9F72-AE44B21D1B94}" srcId="{67B97D32-98B9-4F97-851B-36FB7EE05883}" destId="{FD9D755B-3A7F-4B45-A23C-1D6EF183D657}" srcOrd="4" destOrd="0" parTransId="{3DE170B6-7759-4BB2-B767-98B1A62350A9}" sibTransId="{0F88391C-73EF-4C33-9FA7-704A23AE865F}"/>
    <dgm:cxn modelId="{68B5F492-E0CC-416C-BA2C-F6179D58E13E}" type="presOf" srcId="{B436107B-AAE1-40F9-AD22-002DF727521C}" destId="{760733D0-7E68-4181-8B11-9FCA824813E4}" srcOrd="0" destOrd="0" presId="urn:microsoft.com/office/officeart/2005/8/layout/lProcess2"/>
    <dgm:cxn modelId="{BE1F8194-D6B9-4DA9-929F-0B339121D19C}" type="presOf" srcId="{8C485C53-4F6B-4EC4-9CAF-DC2FB4C17AF0}" destId="{9F43F9F2-3B3D-4BF8-B108-0D471F04225E}" srcOrd="0" destOrd="0" presId="urn:microsoft.com/office/officeart/2005/8/layout/lProcess2"/>
    <dgm:cxn modelId="{63250A96-7B99-483D-A405-3347496B2582}" srcId="{45700F8F-B197-44A0-8B87-CA474C3C70DC}" destId="{8C485C53-4F6B-4EC4-9CAF-DC2FB4C17AF0}" srcOrd="1" destOrd="0" parTransId="{1DED7341-29B6-4C1D-A20D-44B0BB51C538}" sibTransId="{BA786494-C038-44F1-B158-9814E0E371DB}"/>
    <dgm:cxn modelId="{5E40CEA5-5169-4332-9378-D7F927F029A6}" srcId="{E8EADC2B-7A5F-4F26-81CC-70E1C1257D75}" destId="{67B97D32-98B9-4F97-851B-36FB7EE05883}" srcOrd="0" destOrd="0" parTransId="{413ED839-C1C2-4CB5-816B-1F8C35ED9F2E}" sibTransId="{5D643F26-C4F0-4964-8E07-67D9680F4FB6}"/>
    <dgm:cxn modelId="{87DEBDA9-1921-4270-938B-DE7B43366A14}" type="presOf" srcId="{18B69DF5-9FC8-4000-84A3-56CDE2B399E6}" destId="{5C702FA6-084D-473C-93AA-1EB164F22DB3}" srcOrd="0" destOrd="0" presId="urn:microsoft.com/office/officeart/2005/8/layout/lProcess2"/>
    <dgm:cxn modelId="{5C0ED3A9-06E9-4575-8AD3-B410C8C4D04B}" type="presOf" srcId="{FD9D755B-3A7F-4B45-A23C-1D6EF183D657}" destId="{F809D220-7974-40EB-A798-DE8DB99D29E1}" srcOrd="0" destOrd="0" presId="urn:microsoft.com/office/officeart/2005/8/layout/lProcess2"/>
    <dgm:cxn modelId="{C0D066AF-ACB2-4BA2-9895-9E02E4656ABA}" type="presOf" srcId="{E8EADC2B-7A5F-4F26-81CC-70E1C1257D75}" destId="{B108219F-8A5D-4390-A499-846AC8E9E115}" srcOrd="0" destOrd="0" presId="urn:microsoft.com/office/officeart/2005/8/layout/lProcess2"/>
    <dgm:cxn modelId="{A4534DB6-E35F-40B2-9E20-B92B61EBF65E}" srcId="{12A14806-9B8B-46B4-8010-FA709E37A920}" destId="{70FDBAB4-F3BB-46B4-8D4E-28D708C7092D}" srcOrd="5" destOrd="0" parTransId="{1B98074A-B07B-42BC-BE5E-8B28944F17E1}" sibTransId="{229C80BD-5C84-4A70-8BCA-B3F69F4F0625}"/>
    <dgm:cxn modelId="{767F2BC1-8A21-46C0-B011-6CF3254A1E29}" type="presOf" srcId="{67B97D32-98B9-4F97-851B-36FB7EE05883}" destId="{BB3C1852-59BB-4A49-984B-334E65E8EB62}" srcOrd="1" destOrd="0" presId="urn:microsoft.com/office/officeart/2005/8/layout/lProcess2"/>
    <dgm:cxn modelId="{601674C5-C8A0-461C-B8FA-3E8F44E6AD0E}" type="presOf" srcId="{5D66FE02-EF7B-4123-811E-B4992F91D749}" destId="{A8D31680-2B04-4BC2-88C0-F06EC9219B30}" srcOrd="0" destOrd="0" presId="urn:microsoft.com/office/officeart/2005/8/layout/lProcess2"/>
    <dgm:cxn modelId="{11333DC8-2F4D-4AA4-AC5E-B775422B20BA}" type="presOf" srcId="{12A14806-9B8B-46B4-8010-FA709E37A920}" destId="{26DA16F6-A479-491E-A452-BDF6C5C00167}" srcOrd="0" destOrd="0" presId="urn:microsoft.com/office/officeart/2005/8/layout/lProcess2"/>
    <dgm:cxn modelId="{6F41A8CA-F6DD-4A90-883D-6ACB8B2F0932}" srcId="{12A14806-9B8B-46B4-8010-FA709E37A920}" destId="{283915E6-6D10-4011-9604-218E689175AA}" srcOrd="3" destOrd="0" parTransId="{CAA7F0E4-8926-4952-AA18-B606489F4771}" sibTransId="{EE22F2D3-FD35-4B92-882E-54CB66E32F59}"/>
    <dgm:cxn modelId="{F490DECD-5C5D-4093-B3C3-456C37F65D8B}" srcId="{67B97D32-98B9-4F97-851B-36FB7EE05883}" destId="{585968D1-5B7B-40BB-B550-05D4526B0DB1}" srcOrd="0" destOrd="0" parTransId="{A57395E4-C028-429E-AC4E-B4A6724958E3}" sibTransId="{07A8B257-7E64-4E87-982D-B131060F971E}"/>
    <dgm:cxn modelId="{5010CDCE-87C3-43B9-A645-984D521C17A2}" srcId="{E8EADC2B-7A5F-4F26-81CC-70E1C1257D75}" destId="{45700F8F-B197-44A0-8B87-CA474C3C70DC}" srcOrd="2" destOrd="0" parTransId="{5687D10A-F4FC-4577-BD14-204EBDCE640D}" sibTransId="{0563C355-B7C8-4915-8E8B-485536D2A582}"/>
    <dgm:cxn modelId="{56F55DCF-8C89-4DC9-A2FF-5DCCCFE2F987}" type="presOf" srcId="{24D177E2-249B-46FA-AB5E-DA81E285AA7F}" destId="{92A92D25-4057-4E10-BE8D-34E4B8DDD887}" srcOrd="0" destOrd="0" presId="urn:microsoft.com/office/officeart/2005/8/layout/lProcess2"/>
    <dgm:cxn modelId="{A7B64AD3-771A-4DE9-973F-B29F056D11EB}" srcId="{67B97D32-98B9-4F97-851B-36FB7EE05883}" destId="{E8D37361-3FDE-4FEF-B0E0-5BF1BBDC24A7}" srcOrd="8" destOrd="0" parTransId="{516CF406-A59E-4229-BBD4-85B339879628}" sibTransId="{9F0AEC16-B47D-464A-873C-CE0C2974CD7B}"/>
    <dgm:cxn modelId="{5CF9DCE0-7457-402C-A026-8E6D3C4F8547}" srcId="{67B97D32-98B9-4F97-851B-36FB7EE05883}" destId="{24D177E2-249B-46FA-AB5E-DA81E285AA7F}" srcOrd="1" destOrd="0" parTransId="{9A942C54-1C43-4A0D-B1A8-AEC8053E5365}" sibTransId="{F396C1A1-4213-4D73-A1BD-64B1BC8BD69A}"/>
    <dgm:cxn modelId="{072DB4EC-1059-446B-8358-FB090E8C4352}" type="presOf" srcId="{604ECD0C-BD3F-4B5E-A667-2D86465106FB}" destId="{D22D47BC-CA3B-4B26-9124-6D26F28B2815}" srcOrd="0" destOrd="0" presId="urn:microsoft.com/office/officeart/2005/8/layout/lProcess2"/>
    <dgm:cxn modelId="{379658EF-9672-493A-90C1-D7AF6E02360D}" srcId="{45700F8F-B197-44A0-8B87-CA474C3C70DC}" destId="{F64313FC-D9D9-41FF-81F3-D992BAA6159A}" srcOrd="2" destOrd="0" parTransId="{922CCD21-C0AE-4C81-9089-FEB2C91167C5}" sibTransId="{40BF3E62-826A-4E79-B533-2CA093E9102D}"/>
    <dgm:cxn modelId="{A69D8EEF-E5EF-4365-ACFD-1C28D0BFBA0A}" type="presOf" srcId="{585968D1-5B7B-40BB-B550-05D4526B0DB1}" destId="{8FC049C9-66D1-45A0-98FF-A5C5792916B6}" srcOrd="0" destOrd="0" presId="urn:microsoft.com/office/officeart/2005/8/layout/lProcess2"/>
    <dgm:cxn modelId="{0ED808F7-6153-4C1E-8F65-1BD9A2491EEA}" type="presOf" srcId="{F64313FC-D9D9-41FF-81F3-D992BAA6159A}" destId="{C039678C-B897-4751-B6E9-78BF592DE6C0}" srcOrd="0" destOrd="0" presId="urn:microsoft.com/office/officeart/2005/8/layout/lProcess2"/>
    <dgm:cxn modelId="{5D69DEFD-DF14-4629-9811-AE068EC96219}" type="presOf" srcId="{67B97D32-98B9-4F97-851B-36FB7EE05883}" destId="{0B84B7B8-BDC2-41DD-BA7E-411E20722041}" srcOrd="0" destOrd="0" presId="urn:microsoft.com/office/officeart/2005/8/layout/lProcess2"/>
    <dgm:cxn modelId="{772AD62A-42CE-4539-92AF-3AC6554D0450}" type="presParOf" srcId="{B108219F-8A5D-4390-A499-846AC8E9E115}" destId="{32517554-9684-4C73-A6EF-243D258A4A2E}" srcOrd="0" destOrd="0" presId="urn:microsoft.com/office/officeart/2005/8/layout/lProcess2"/>
    <dgm:cxn modelId="{9509B3BC-CD0C-4DF0-A453-A64FFB98A306}" type="presParOf" srcId="{32517554-9684-4C73-A6EF-243D258A4A2E}" destId="{0B84B7B8-BDC2-41DD-BA7E-411E20722041}" srcOrd="0" destOrd="0" presId="urn:microsoft.com/office/officeart/2005/8/layout/lProcess2"/>
    <dgm:cxn modelId="{A79CB1C1-0790-488E-BC13-2DEC761212EE}" type="presParOf" srcId="{32517554-9684-4C73-A6EF-243D258A4A2E}" destId="{BB3C1852-59BB-4A49-984B-334E65E8EB62}" srcOrd="1" destOrd="0" presId="urn:microsoft.com/office/officeart/2005/8/layout/lProcess2"/>
    <dgm:cxn modelId="{2F3A679F-CBE9-4917-84FC-2F691AFEEA6A}" type="presParOf" srcId="{32517554-9684-4C73-A6EF-243D258A4A2E}" destId="{D5154C3B-538A-4374-AD18-EE0770E89982}" srcOrd="2" destOrd="0" presId="urn:microsoft.com/office/officeart/2005/8/layout/lProcess2"/>
    <dgm:cxn modelId="{F5F693AE-128A-442A-B16C-297DCD539533}" type="presParOf" srcId="{D5154C3B-538A-4374-AD18-EE0770E89982}" destId="{114A45D5-53C2-4757-B4B4-5F7076EFB0ED}" srcOrd="0" destOrd="0" presId="urn:microsoft.com/office/officeart/2005/8/layout/lProcess2"/>
    <dgm:cxn modelId="{EEBA8E73-E8DD-4541-90A0-5AE6AAFD0085}" type="presParOf" srcId="{114A45D5-53C2-4757-B4B4-5F7076EFB0ED}" destId="{8FC049C9-66D1-45A0-98FF-A5C5792916B6}" srcOrd="0" destOrd="0" presId="urn:microsoft.com/office/officeart/2005/8/layout/lProcess2"/>
    <dgm:cxn modelId="{D36CA601-50C8-43D6-98D9-88859EBAE942}" type="presParOf" srcId="{114A45D5-53C2-4757-B4B4-5F7076EFB0ED}" destId="{8158F277-4BB8-48DA-B966-D3208C5A9B89}" srcOrd="1" destOrd="0" presId="urn:microsoft.com/office/officeart/2005/8/layout/lProcess2"/>
    <dgm:cxn modelId="{09930693-67C6-43C9-ABFB-A7F66A7B317F}" type="presParOf" srcId="{114A45D5-53C2-4757-B4B4-5F7076EFB0ED}" destId="{92A92D25-4057-4E10-BE8D-34E4B8DDD887}" srcOrd="2" destOrd="0" presId="urn:microsoft.com/office/officeart/2005/8/layout/lProcess2"/>
    <dgm:cxn modelId="{83F91C61-7447-43AE-964A-770DD158828E}" type="presParOf" srcId="{114A45D5-53C2-4757-B4B4-5F7076EFB0ED}" destId="{F4B245A7-F932-4629-800D-CF699C94A39C}" srcOrd="3" destOrd="0" presId="urn:microsoft.com/office/officeart/2005/8/layout/lProcess2"/>
    <dgm:cxn modelId="{F081667F-3003-48FC-BB5D-BFEE2816C3A8}" type="presParOf" srcId="{114A45D5-53C2-4757-B4B4-5F7076EFB0ED}" destId="{34B5CFCB-82A9-40DE-A654-C76AE90AE3B6}" srcOrd="4" destOrd="0" presId="urn:microsoft.com/office/officeart/2005/8/layout/lProcess2"/>
    <dgm:cxn modelId="{8563AC7C-CD9D-488C-B27F-C16A0C13FA8B}" type="presParOf" srcId="{114A45D5-53C2-4757-B4B4-5F7076EFB0ED}" destId="{E411E85B-FB19-4BA4-A195-EB606AE73B20}" srcOrd="5" destOrd="0" presId="urn:microsoft.com/office/officeart/2005/8/layout/lProcess2"/>
    <dgm:cxn modelId="{780DDA57-ED2C-49CE-AC95-BA9EB2ADA73B}" type="presParOf" srcId="{114A45D5-53C2-4757-B4B4-5F7076EFB0ED}" destId="{00A206BF-EFF4-4160-A266-656F485499A7}" srcOrd="6" destOrd="0" presId="urn:microsoft.com/office/officeart/2005/8/layout/lProcess2"/>
    <dgm:cxn modelId="{07530B1F-8E9A-4F57-A557-3078DD2AF3A3}" type="presParOf" srcId="{114A45D5-53C2-4757-B4B4-5F7076EFB0ED}" destId="{861D2A89-119C-4B03-B174-B87B52ED3DD5}" srcOrd="7" destOrd="0" presId="urn:microsoft.com/office/officeart/2005/8/layout/lProcess2"/>
    <dgm:cxn modelId="{99E35830-2135-4F2F-8B8D-BD1CF79A4B25}" type="presParOf" srcId="{114A45D5-53C2-4757-B4B4-5F7076EFB0ED}" destId="{F809D220-7974-40EB-A798-DE8DB99D29E1}" srcOrd="8" destOrd="0" presId="urn:microsoft.com/office/officeart/2005/8/layout/lProcess2"/>
    <dgm:cxn modelId="{87EE3FBE-D902-4938-9B68-E7E02931F60F}" type="presParOf" srcId="{114A45D5-53C2-4757-B4B4-5F7076EFB0ED}" destId="{6C29EF69-CBA8-453D-AD54-344A7B53C198}" srcOrd="9" destOrd="0" presId="urn:microsoft.com/office/officeart/2005/8/layout/lProcess2"/>
    <dgm:cxn modelId="{BDC915C0-EDA6-4D7F-BA1A-338EC5B6EA00}" type="presParOf" srcId="{114A45D5-53C2-4757-B4B4-5F7076EFB0ED}" destId="{5055425E-E345-4E34-83BB-06396AC395D2}" srcOrd="10" destOrd="0" presId="urn:microsoft.com/office/officeart/2005/8/layout/lProcess2"/>
    <dgm:cxn modelId="{5D44CAB5-2BEF-4416-9401-B334A907C139}" type="presParOf" srcId="{114A45D5-53C2-4757-B4B4-5F7076EFB0ED}" destId="{2A934E80-D3B4-43FA-9A70-17E64AD7962D}" srcOrd="11" destOrd="0" presId="urn:microsoft.com/office/officeart/2005/8/layout/lProcess2"/>
    <dgm:cxn modelId="{150F0331-DA05-40B5-8F7A-DC812681316B}" type="presParOf" srcId="{114A45D5-53C2-4757-B4B4-5F7076EFB0ED}" destId="{5C702FA6-084D-473C-93AA-1EB164F22DB3}" srcOrd="12" destOrd="0" presId="urn:microsoft.com/office/officeart/2005/8/layout/lProcess2"/>
    <dgm:cxn modelId="{DC1CFFB6-3E8D-4A86-A9E7-5B143CE38E31}" type="presParOf" srcId="{114A45D5-53C2-4757-B4B4-5F7076EFB0ED}" destId="{AE441FED-2F30-4F72-8D51-96EB7F1E6B95}" srcOrd="13" destOrd="0" presId="urn:microsoft.com/office/officeart/2005/8/layout/lProcess2"/>
    <dgm:cxn modelId="{620E83D7-F60B-42F9-833B-3F58FE83DF14}" type="presParOf" srcId="{114A45D5-53C2-4757-B4B4-5F7076EFB0ED}" destId="{C3C311BB-0D55-46FF-8AC6-C76BD4E8D643}" srcOrd="14" destOrd="0" presId="urn:microsoft.com/office/officeart/2005/8/layout/lProcess2"/>
    <dgm:cxn modelId="{561C675F-9711-4F00-A101-A88DF01FBA19}" type="presParOf" srcId="{114A45D5-53C2-4757-B4B4-5F7076EFB0ED}" destId="{1E66A79A-F9B9-4217-B020-0C290E6094B7}" srcOrd="15" destOrd="0" presId="urn:microsoft.com/office/officeart/2005/8/layout/lProcess2"/>
    <dgm:cxn modelId="{F8EDB242-30F4-4752-8685-11F697DE7562}" type="presParOf" srcId="{114A45D5-53C2-4757-B4B4-5F7076EFB0ED}" destId="{1A81A4B4-F153-4951-870E-10A161B8CBE5}" srcOrd="16" destOrd="0" presId="urn:microsoft.com/office/officeart/2005/8/layout/lProcess2"/>
    <dgm:cxn modelId="{A0810D65-B26D-473A-A094-609BB02E2436}" type="presParOf" srcId="{114A45D5-53C2-4757-B4B4-5F7076EFB0ED}" destId="{7484E6C4-4D16-42AB-9E91-B0A44C285028}" srcOrd="17" destOrd="0" presId="urn:microsoft.com/office/officeart/2005/8/layout/lProcess2"/>
    <dgm:cxn modelId="{47830422-AFA1-42A9-A384-D20973FE18FC}" type="presParOf" srcId="{114A45D5-53C2-4757-B4B4-5F7076EFB0ED}" destId="{9A33A628-0E09-4CF9-BA03-8D3D278CE6B6}" srcOrd="18" destOrd="0" presId="urn:microsoft.com/office/officeart/2005/8/layout/lProcess2"/>
    <dgm:cxn modelId="{4F8D3AF5-F8F7-40B4-8BDC-4E929DA55F92}" type="presParOf" srcId="{B108219F-8A5D-4390-A499-846AC8E9E115}" destId="{1D3C9CC5-C7E9-4EE9-9657-CD942C02AFC0}" srcOrd="1" destOrd="0" presId="urn:microsoft.com/office/officeart/2005/8/layout/lProcess2"/>
    <dgm:cxn modelId="{FDB5CF82-6E34-4508-9ED6-C8B65CB1E3DE}" type="presParOf" srcId="{B108219F-8A5D-4390-A499-846AC8E9E115}" destId="{BD8126F8-812E-4DC9-B653-32EE184C06E7}" srcOrd="2" destOrd="0" presId="urn:microsoft.com/office/officeart/2005/8/layout/lProcess2"/>
    <dgm:cxn modelId="{702C8D22-AB31-4867-856D-488BD5F65991}" type="presParOf" srcId="{BD8126F8-812E-4DC9-B653-32EE184C06E7}" destId="{26DA16F6-A479-491E-A452-BDF6C5C00167}" srcOrd="0" destOrd="0" presId="urn:microsoft.com/office/officeart/2005/8/layout/lProcess2"/>
    <dgm:cxn modelId="{B03C73B3-6F4A-4ABA-AEB5-D5A0F297974C}" type="presParOf" srcId="{BD8126F8-812E-4DC9-B653-32EE184C06E7}" destId="{978C361A-2F1A-4315-9478-70462E12FF0D}" srcOrd="1" destOrd="0" presId="urn:microsoft.com/office/officeart/2005/8/layout/lProcess2"/>
    <dgm:cxn modelId="{593821B5-0AD6-4664-A5EC-0CA8285D4872}" type="presParOf" srcId="{BD8126F8-812E-4DC9-B653-32EE184C06E7}" destId="{F0BE45D5-961F-4C48-A070-9AAD9727CDB1}" srcOrd="2" destOrd="0" presId="urn:microsoft.com/office/officeart/2005/8/layout/lProcess2"/>
    <dgm:cxn modelId="{2D4C6709-28D4-4FDD-B741-E1C24364F5B2}" type="presParOf" srcId="{F0BE45D5-961F-4C48-A070-9AAD9727CDB1}" destId="{69F05B86-95B9-4C3F-8CDF-B591BE0422B1}" srcOrd="0" destOrd="0" presId="urn:microsoft.com/office/officeart/2005/8/layout/lProcess2"/>
    <dgm:cxn modelId="{61A1FB66-EB67-4579-8A7D-976F8861EDEA}" type="presParOf" srcId="{69F05B86-95B9-4C3F-8CDF-B591BE0422B1}" destId="{C08B810A-1925-4943-922B-A6AB37D53BF0}" srcOrd="0" destOrd="0" presId="urn:microsoft.com/office/officeart/2005/8/layout/lProcess2"/>
    <dgm:cxn modelId="{E1D81BE7-9E8D-40BA-A2E8-CC15E1A674F9}" type="presParOf" srcId="{69F05B86-95B9-4C3F-8CDF-B591BE0422B1}" destId="{895CA4BE-1E9C-4094-9B9B-43E9EF98382F}" srcOrd="1" destOrd="0" presId="urn:microsoft.com/office/officeart/2005/8/layout/lProcess2"/>
    <dgm:cxn modelId="{582BEA9D-5BEA-4AC5-BE6E-0B0AB0A945EB}" type="presParOf" srcId="{69F05B86-95B9-4C3F-8CDF-B591BE0422B1}" destId="{760733D0-7E68-4181-8B11-9FCA824813E4}" srcOrd="2" destOrd="0" presId="urn:microsoft.com/office/officeart/2005/8/layout/lProcess2"/>
    <dgm:cxn modelId="{0F170A5C-AE6A-48E1-A7BC-74FE4E6D22A1}" type="presParOf" srcId="{69F05B86-95B9-4C3F-8CDF-B591BE0422B1}" destId="{9EBD3416-1DA2-4D2E-AF88-B6EDB71DF77F}" srcOrd="3" destOrd="0" presId="urn:microsoft.com/office/officeart/2005/8/layout/lProcess2"/>
    <dgm:cxn modelId="{D9DF42CA-C1E2-4EDE-9CAF-6AA4CDBA1E12}" type="presParOf" srcId="{69F05B86-95B9-4C3F-8CDF-B591BE0422B1}" destId="{5E15DB7E-06E7-4F61-BAEF-577AEF54F435}" srcOrd="4" destOrd="0" presId="urn:microsoft.com/office/officeart/2005/8/layout/lProcess2"/>
    <dgm:cxn modelId="{E123CF10-AE58-4480-A6D9-26F47F8170F0}" type="presParOf" srcId="{69F05B86-95B9-4C3F-8CDF-B591BE0422B1}" destId="{2BFDA689-6CD7-4FA8-B9A0-52D3CC405AD5}" srcOrd="5" destOrd="0" presId="urn:microsoft.com/office/officeart/2005/8/layout/lProcess2"/>
    <dgm:cxn modelId="{605C91EF-352B-41F9-BF0A-AEFA2379BA49}" type="presParOf" srcId="{69F05B86-95B9-4C3F-8CDF-B591BE0422B1}" destId="{7EA82795-B173-4B46-B795-D41B29909F76}" srcOrd="6" destOrd="0" presId="urn:microsoft.com/office/officeart/2005/8/layout/lProcess2"/>
    <dgm:cxn modelId="{4E4FB1A0-24E7-4E62-AD27-114EAA9F98DD}" type="presParOf" srcId="{69F05B86-95B9-4C3F-8CDF-B591BE0422B1}" destId="{8D03DF85-28BA-4A59-8D97-B4F0F3BC5FD6}" srcOrd="7" destOrd="0" presId="urn:microsoft.com/office/officeart/2005/8/layout/lProcess2"/>
    <dgm:cxn modelId="{17F805DE-C6CD-4BD5-8AA3-A0C1D96E7625}" type="presParOf" srcId="{69F05B86-95B9-4C3F-8CDF-B591BE0422B1}" destId="{DCCAAA5B-2D4C-43A1-B516-EFC937D4BEC1}" srcOrd="8" destOrd="0" presId="urn:microsoft.com/office/officeart/2005/8/layout/lProcess2"/>
    <dgm:cxn modelId="{E4393320-6F49-4971-902E-FE877451A674}" type="presParOf" srcId="{69F05B86-95B9-4C3F-8CDF-B591BE0422B1}" destId="{D75D9B15-C1DF-47A1-BF7E-B8D8B3B68650}" srcOrd="9" destOrd="0" presId="urn:microsoft.com/office/officeart/2005/8/layout/lProcess2"/>
    <dgm:cxn modelId="{6717ADB8-943C-4C04-BDF0-A14623539872}" type="presParOf" srcId="{69F05B86-95B9-4C3F-8CDF-B591BE0422B1}" destId="{D9B14DF5-5F1F-45D1-AB60-DC8571ADCDA0}" srcOrd="10" destOrd="0" presId="urn:microsoft.com/office/officeart/2005/8/layout/lProcess2"/>
    <dgm:cxn modelId="{5D4D752E-05E4-448A-B78A-81E4830950F4}" type="presParOf" srcId="{B108219F-8A5D-4390-A499-846AC8E9E115}" destId="{3293C30F-E9C4-48E3-BB26-D84A2C35B8F6}" srcOrd="3" destOrd="0" presId="urn:microsoft.com/office/officeart/2005/8/layout/lProcess2"/>
    <dgm:cxn modelId="{037D91B6-70A8-488F-B90D-0091FDF2A6F2}" type="presParOf" srcId="{B108219F-8A5D-4390-A499-846AC8E9E115}" destId="{F6F2025E-E713-415B-AD9F-A29C6A3847DF}" srcOrd="4" destOrd="0" presId="urn:microsoft.com/office/officeart/2005/8/layout/lProcess2"/>
    <dgm:cxn modelId="{FCF34029-FA6F-48CE-9E0C-83372750550F}" type="presParOf" srcId="{F6F2025E-E713-415B-AD9F-A29C6A3847DF}" destId="{8DD78439-36DB-4532-A1FA-844E8FBF514E}" srcOrd="0" destOrd="0" presId="urn:microsoft.com/office/officeart/2005/8/layout/lProcess2"/>
    <dgm:cxn modelId="{1AF68F71-2D1B-4F33-B9D1-92FFD85C5E21}" type="presParOf" srcId="{F6F2025E-E713-415B-AD9F-A29C6A3847DF}" destId="{A52CDAAE-D78F-4ECE-8E16-3138012C5EAC}" srcOrd="1" destOrd="0" presId="urn:microsoft.com/office/officeart/2005/8/layout/lProcess2"/>
    <dgm:cxn modelId="{332E0FE7-E565-4FA5-A312-0B26EB635B59}" type="presParOf" srcId="{F6F2025E-E713-415B-AD9F-A29C6A3847DF}" destId="{21377292-CFF8-4244-9E0C-C7AA2BB95534}" srcOrd="2" destOrd="0" presId="urn:microsoft.com/office/officeart/2005/8/layout/lProcess2"/>
    <dgm:cxn modelId="{973701B0-7AC4-4426-8129-54A6A8E2AD5D}" type="presParOf" srcId="{21377292-CFF8-4244-9E0C-C7AA2BB95534}" destId="{706ECD04-D34A-48B3-9C3F-8F720874A44A}" srcOrd="0" destOrd="0" presId="urn:microsoft.com/office/officeart/2005/8/layout/lProcess2"/>
    <dgm:cxn modelId="{F845A96C-7735-4FAA-9BC1-E1A646FCE36D}" type="presParOf" srcId="{706ECD04-D34A-48B3-9C3F-8F720874A44A}" destId="{D22D47BC-CA3B-4B26-9124-6D26F28B2815}" srcOrd="0" destOrd="0" presId="urn:microsoft.com/office/officeart/2005/8/layout/lProcess2"/>
    <dgm:cxn modelId="{52F6678B-3FCB-4097-AAC7-50CA06B57B0A}" type="presParOf" srcId="{706ECD04-D34A-48B3-9C3F-8F720874A44A}" destId="{94B80576-DAA8-48E6-ADCA-E4D63340F393}" srcOrd="1" destOrd="0" presId="urn:microsoft.com/office/officeart/2005/8/layout/lProcess2"/>
    <dgm:cxn modelId="{957F80A5-8A35-42BC-94AA-A668FB306E9D}" type="presParOf" srcId="{706ECD04-D34A-48B3-9C3F-8F720874A44A}" destId="{9F43F9F2-3B3D-4BF8-B108-0D471F04225E}" srcOrd="2" destOrd="0" presId="urn:microsoft.com/office/officeart/2005/8/layout/lProcess2"/>
    <dgm:cxn modelId="{31D2A05D-5A96-4C12-B249-4EB5EC860D98}" type="presParOf" srcId="{706ECD04-D34A-48B3-9C3F-8F720874A44A}" destId="{ADED5A85-2EA4-4F73-8AEB-7B4C61913B4C}" srcOrd="3" destOrd="0" presId="urn:microsoft.com/office/officeart/2005/8/layout/lProcess2"/>
    <dgm:cxn modelId="{BA241233-581E-4CA0-9A26-A4170BE08240}" type="presParOf" srcId="{706ECD04-D34A-48B3-9C3F-8F720874A44A}" destId="{C039678C-B897-4751-B6E9-78BF592DE6C0}" srcOrd="4" destOrd="0" presId="urn:microsoft.com/office/officeart/2005/8/layout/lProcess2"/>
    <dgm:cxn modelId="{E214FC9D-275C-4E84-AF04-7996C0503B18}" type="presParOf" srcId="{706ECD04-D34A-48B3-9C3F-8F720874A44A}" destId="{23F90100-493D-447D-BC01-A41BBE0616DB}" srcOrd="5" destOrd="0" presId="urn:microsoft.com/office/officeart/2005/8/layout/lProcess2"/>
    <dgm:cxn modelId="{E47B55E6-D9CA-445E-8DC3-5A6315D66A03}" type="presParOf" srcId="{706ECD04-D34A-48B3-9C3F-8F720874A44A}" destId="{A8D31680-2B04-4BC2-88C0-F06EC9219B30}" srcOrd="6" destOrd="0" presId="urn:microsoft.com/office/officeart/2005/8/layout/lProcess2"/>
    <dgm:cxn modelId="{6DF158D7-0243-4995-9C77-959E3F612467}" type="presParOf" srcId="{706ECD04-D34A-48B3-9C3F-8F720874A44A}" destId="{389DAB3E-64D5-420D-8E37-3FBC9D0A6C88}" srcOrd="7" destOrd="0" presId="urn:microsoft.com/office/officeart/2005/8/layout/lProcess2"/>
    <dgm:cxn modelId="{4EA92268-7FC3-40E2-9B9B-3AECCB2D09E6}" type="presParOf" srcId="{706ECD04-D34A-48B3-9C3F-8F720874A44A}" destId="{1E2B87C0-2F9B-489D-8A3C-59C0E9EC43D8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31969-3209-4BFE-AF44-44DB44915DB9}">
      <dsp:nvSpPr>
        <dsp:cNvPr id="0" name=""/>
        <dsp:cNvSpPr/>
      </dsp:nvSpPr>
      <dsp:spPr>
        <a:xfrm>
          <a:off x="1474" y="0"/>
          <a:ext cx="3834230" cy="6858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PROBLEM STATEMENT</a:t>
          </a:r>
          <a:endParaRPr lang="en-IN" sz="4100" kern="1200" dirty="0"/>
        </a:p>
      </dsp:txBody>
      <dsp:txXfrm>
        <a:off x="1474" y="0"/>
        <a:ext cx="3834230" cy="2057400"/>
      </dsp:txXfrm>
    </dsp:sp>
    <dsp:sp modelId="{3DDD6E41-3672-401E-8F04-812D49A61FD2}">
      <dsp:nvSpPr>
        <dsp:cNvPr id="0" name=""/>
        <dsp:cNvSpPr/>
      </dsp:nvSpPr>
      <dsp:spPr>
        <a:xfrm>
          <a:off x="384897" y="2061585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There is no simple automated system to convert long meetings or lectures into structured information.</a:t>
          </a:r>
          <a:endParaRPr lang="en-IN" sz="1100" kern="1200" dirty="0"/>
        </a:p>
      </dsp:txBody>
      <dsp:txXfrm>
        <a:off x="401345" y="2078033"/>
        <a:ext cx="3034488" cy="528669"/>
      </dsp:txXfrm>
    </dsp:sp>
    <dsp:sp modelId="{9857971B-864B-4602-A107-B587A5BBC119}">
      <dsp:nvSpPr>
        <dsp:cNvPr id="0" name=""/>
        <dsp:cNvSpPr/>
      </dsp:nvSpPr>
      <dsp:spPr>
        <a:xfrm>
          <a:off x="384897" y="2709546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Manual note-taking is time-consuming and often misses important points.</a:t>
          </a:r>
        </a:p>
      </dsp:txBody>
      <dsp:txXfrm>
        <a:off x="401345" y="2725994"/>
        <a:ext cx="3034488" cy="528669"/>
      </dsp:txXfrm>
    </dsp:sp>
    <dsp:sp modelId="{7120516C-409A-41E5-A847-7AF913A098B2}">
      <dsp:nvSpPr>
        <dsp:cNvPr id="0" name=""/>
        <dsp:cNvSpPr/>
      </dsp:nvSpPr>
      <dsp:spPr>
        <a:xfrm>
          <a:off x="384897" y="3357506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Rewatching recorded sessions requires extra time and effort.</a:t>
          </a:r>
        </a:p>
      </dsp:txBody>
      <dsp:txXfrm>
        <a:off x="401345" y="3373954"/>
        <a:ext cx="3034488" cy="528669"/>
      </dsp:txXfrm>
    </dsp:sp>
    <dsp:sp modelId="{4360BDA0-AD75-47F3-AE20-50AEB11C20C3}">
      <dsp:nvSpPr>
        <dsp:cNvPr id="0" name=""/>
        <dsp:cNvSpPr/>
      </dsp:nvSpPr>
      <dsp:spPr>
        <a:xfrm>
          <a:off x="384897" y="4005467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Raw transcripts are lengthy, unstructured, and difficult to understand.</a:t>
          </a:r>
        </a:p>
      </dsp:txBody>
      <dsp:txXfrm>
        <a:off x="401345" y="4021915"/>
        <a:ext cx="3034488" cy="528669"/>
      </dsp:txXfrm>
    </dsp:sp>
    <dsp:sp modelId="{4493B34B-31FD-4FF1-80D2-21B6B8CA485E}">
      <dsp:nvSpPr>
        <dsp:cNvPr id="0" name=""/>
        <dsp:cNvSpPr/>
      </dsp:nvSpPr>
      <dsp:spPr>
        <a:xfrm>
          <a:off x="384897" y="4653427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Important details like decisions, key highlights, and action items get buried in long conversations.</a:t>
          </a:r>
        </a:p>
      </dsp:txBody>
      <dsp:txXfrm>
        <a:off x="401345" y="4669875"/>
        <a:ext cx="3034488" cy="528669"/>
      </dsp:txXfrm>
    </dsp:sp>
    <dsp:sp modelId="{A2BB9A59-4D53-4215-8D7E-7E715DCF28B0}">
      <dsp:nvSpPr>
        <dsp:cNvPr id="0" name=""/>
        <dsp:cNvSpPr/>
      </dsp:nvSpPr>
      <dsp:spPr>
        <a:xfrm>
          <a:off x="384897" y="5301388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Existing tools provide only transcription, not intelligent analysis or structured summaries.</a:t>
          </a:r>
        </a:p>
      </dsp:txBody>
      <dsp:txXfrm>
        <a:off x="401345" y="5317836"/>
        <a:ext cx="3034488" cy="528669"/>
      </dsp:txXfrm>
    </dsp:sp>
    <dsp:sp modelId="{B4E4CD4F-DBDE-4943-84ED-5DD54F709F5C}">
      <dsp:nvSpPr>
        <dsp:cNvPr id="0" name=""/>
        <dsp:cNvSpPr/>
      </dsp:nvSpPr>
      <dsp:spPr>
        <a:xfrm>
          <a:off x="384897" y="5949348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leads to reduced productivity and inefficient information management.</a:t>
          </a:r>
        </a:p>
      </dsp:txBody>
      <dsp:txXfrm>
        <a:off x="401345" y="5965796"/>
        <a:ext cx="3034488" cy="528669"/>
      </dsp:txXfrm>
    </dsp:sp>
    <dsp:sp modelId="{533ACDED-EF6E-4926-A0AA-ABF0385500EB}">
      <dsp:nvSpPr>
        <dsp:cNvPr id="0" name=""/>
        <dsp:cNvSpPr/>
      </dsp:nvSpPr>
      <dsp:spPr>
        <a:xfrm>
          <a:off x="4123271" y="0"/>
          <a:ext cx="3834230" cy="6858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PROPOSED SOLUTION</a:t>
          </a:r>
          <a:endParaRPr lang="en-IN" sz="4100" kern="1200" dirty="0"/>
        </a:p>
      </dsp:txBody>
      <dsp:txXfrm>
        <a:off x="4123271" y="0"/>
        <a:ext cx="3834230" cy="2057400"/>
      </dsp:txXfrm>
    </dsp:sp>
    <dsp:sp modelId="{72DCBCA4-5E31-471B-911D-D388E8BB67C6}">
      <dsp:nvSpPr>
        <dsp:cNvPr id="0" name=""/>
        <dsp:cNvSpPr/>
      </dsp:nvSpPr>
      <dsp:spPr>
        <a:xfrm>
          <a:off x="4506694" y="2057734"/>
          <a:ext cx="3067384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Convert speech into text automatically.</a:t>
          </a:r>
          <a:endParaRPr lang="en-IN" sz="1100" kern="1200" dirty="0"/>
        </a:p>
      </dsp:txBody>
      <dsp:txXfrm>
        <a:off x="4525979" y="2077019"/>
        <a:ext cx="3028814" cy="619854"/>
      </dsp:txXfrm>
    </dsp:sp>
    <dsp:sp modelId="{3AB20539-9A13-4342-8A2F-E0A56BE95C1A}">
      <dsp:nvSpPr>
        <dsp:cNvPr id="0" name=""/>
        <dsp:cNvSpPr/>
      </dsp:nvSpPr>
      <dsp:spPr>
        <a:xfrm>
          <a:off x="4506694" y="2817455"/>
          <a:ext cx="3067384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Analyze transcript using AI and NLP.</a:t>
          </a:r>
        </a:p>
      </dsp:txBody>
      <dsp:txXfrm>
        <a:off x="4525979" y="2836740"/>
        <a:ext cx="3028814" cy="619854"/>
      </dsp:txXfrm>
    </dsp:sp>
    <dsp:sp modelId="{6F15A8B0-CC90-44D8-8A84-5605D7567249}">
      <dsp:nvSpPr>
        <dsp:cNvPr id="0" name=""/>
        <dsp:cNvSpPr/>
      </dsp:nvSpPr>
      <dsp:spPr>
        <a:xfrm>
          <a:off x="4506694" y="3577177"/>
          <a:ext cx="3067384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Generate concise summary of discussion.</a:t>
          </a:r>
        </a:p>
      </dsp:txBody>
      <dsp:txXfrm>
        <a:off x="4525979" y="3596462"/>
        <a:ext cx="3028814" cy="619854"/>
      </dsp:txXfrm>
    </dsp:sp>
    <dsp:sp modelId="{8FB4644E-4795-45A6-BF84-22D0A1ED9EF2}">
      <dsp:nvSpPr>
        <dsp:cNvPr id="0" name=""/>
        <dsp:cNvSpPr/>
      </dsp:nvSpPr>
      <dsp:spPr>
        <a:xfrm>
          <a:off x="4506694" y="4336898"/>
          <a:ext cx="3067384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Extract key points and action items.</a:t>
          </a:r>
        </a:p>
      </dsp:txBody>
      <dsp:txXfrm>
        <a:off x="4525979" y="4356183"/>
        <a:ext cx="3028814" cy="619854"/>
      </dsp:txXfrm>
    </dsp:sp>
    <dsp:sp modelId="{3113A49C-8D9A-4B96-9FFE-4AFF20B548C9}">
      <dsp:nvSpPr>
        <dsp:cNvPr id="0" name=""/>
        <dsp:cNvSpPr/>
      </dsp:nvSpPr>
      <dsp:spPr>
        <a:xfrm>
          <a:off x="4506694" y="5096619"/>
          <a:ext cx="3067384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Organize content topic-wise.</a:t>
          </a:r>
        </a:p>
      </dsp:txBody>
      <dsp:txXfrm>
        <a:off x="4525979" y="5115904"/>
        <a:ext cx="3028814" cy="619854"/>
      </dsp:txXfrm>
    </dsp:sp>
    <dsp:sp modelId="{1F08A2A8-9504-4C48-905C-55E440D248BD}">
      <dsp:nvSpPr>
        <dsp:cNvPr id="0" name=""/>
        <dsp:cNvSpPr/>
      </dsp:nvSpPr>
      <dsp:spPr>
        <a:xfrm>
          <a:off x="4506694" y="5856340"/>
          <a:ext cx="3067384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Display structured results in a clear </a:t>
          </a:r>
          <a:r>
            <a:rPr lang="en-US" sz="1100" kern="1200"/>
            <a:t>format.</a:t>
          </a:r>
          <a:endParaRPr lang="en-US" sz="1100" kern="1200" dirty="0"/>
        </a:p>
      </dsp:txBody>
      <dsp:txXfrm>
        <a:off x="4525979" y="5875625"/>
        <a:ext cx="3028814" cy="619854"/>
      </dsp:txXfrm>
    </dsp:sp>
    <dsp:sp modelId="{7BFF4F52-2E9C-4F62-B89B-A289F49D9718}">
      <dsp:nvSpPr>
        <dsp:cNvPr id="0" name=""/>
        <dsp:cNvSpPr/>
      </dsp:nvSpPr>
      <dsp:spPr>
        <a:xfrm>
          <a:off x="8245069" y="0"/>
          <a:ext cx="3834230" cy="6858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UNIQUE VALUE PROPOSITION</a:t>
          </a:r>
          <a:endParaRPr lang="en-IN" sz="4100" kern="1200" dirty="0"/>
        </a:p>
      </dsp:txBody>
      <dsp:txXfrm>
        <a:off x="8245069" y="0"/>
        <a:ext cx="3834230" cy="2057400"/>
      </dsp:txXfrm>
    </dsp:sp>
    <dsp:sp modelId="{7BA10764-61F8-4837-BE06-60C30D17AED0}">
      <dsp:nvSpPr>
        <dsp:cNvPr id="0" name=""/>
        <dsp:cNvSpPr/>
      </dsp:nvSpPr>
      <dsp:spPr>
        <a:xfrm>
          <a:off x="8628492" y="2061585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Real Time Live Meeting Analysis</a:t>
          </a:r>
          <a:endParaRPr lang="en-IN" sz="1100" kern="1200" dirty="0"/>
        </a:p>
      </dsp:txBody>
      <dsp:txXfrm>
        <a:off x="8644940" y="2078033"/>
        <a:ext cx="3034488" cy="528669"/>
      </dsp:txXfrm>
    </dsp:sp>
    <dsp:sp modelId="{6B27039A-42B4-4EDE-8422-96D766EEA2E1}">
      <dsp:nvSpPr>
        <dsp:cNvPr id="0" name=""/>
        <dsp:cNvSpPr/>
      </dsp:nvSpPr>
      <dsp:spPr>
        <a:xfrm>
          <a:off x="8628492" y="2709546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/>
            <a:t>End-to-end AI solution from speech to structured insights.</a:t>
          </a:r>
          <a:endParaRPr lang="en-IN" sz="1100" kern="1200" dirty="0"/>
        </a:p>
      </dsp:txBody>
      <dsp:txXfrm>
        <a:off x="8644940" y="2725994"/>
        <a:ext cx="3034488" cy="528669"/>
      </dsp:txXfrm>
    </dsp:sp>
    <dsp:sp modelId="{1B7DBF6E-0B24-48D0-A117-E48ECF66691C}">
      <dsp:nvSpPr>
        <dsp:cNvPr id="0" name=""/>
        <dsp:cNvSpPr/>
      </dsp:nvSpPr>
      <dsp:spPr>
        <a:xfrm>
          <a:off x="8628492" y="3357506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/>
            <a:t>Automatically detects action items and decisions.</a:t>
          </a:r>
        </a:p>
      </dsp:txBody>
      <dsp:txXfrm>
        <a:off x="8644940" y="3373954"/>
        <a:ext cx="3034488" cy="528669"/>
      </dsp:txXfrm>
    </dsp:sp>
    <dsp:sp modelId="{5244F975-D457-4B31-BAF6-D14205B2910D}">
      <dsp:nvSpPr>
        <dsp:cNvPr id="0" name=""/>
        <dsp:cNvSpPr/>
      </dsp:nvSpPr>
      <dsp:spPr>
        <a:xfrm>
          <a:off x="8628492" y="4005467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Converts long discussions into clear, topic-wise summaries.</a:t>
          </a:r>
        </a:p>
      </dsp:txBody>
      <dsp:txXfrm>
        <a:off x="8644940" y="4021915"/>
        <a:ext cx="3034488" cy="528669"/>
      </dsp:txXfrm>
    </dsp:sp>
    <dsp:sp modelId="{D1111A71-F920-42DB-B220-E84DA1A268B1}">
      <dsp:nvSpPr>
        <dsp:cNvPr id="0" name=""/>
        <dsp:cNvSpPr/>
      </dsp:nvSpPr>
      <dsp:spPr>
        <a:xfrm>
          <a:off x="8628492" y="4653427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/>
            <a:t>Reduces manual effort and saves time.</a:t>
          </a:r>
        </a:p>
      </dsp:txBody>
      <dsp:txXfrm>
        <a:off x="8644940" y="4669875"/>
        <a:ext cx="3034488" cy="528669"/>
      </dsp:txXfrm>
    </dsp:sp>
    <dsp:sp modelId="{F0198F1F-D52A-4E81-903C-A9889677FA6B}">
      <dsp:nvSpPr>
        <dsp:cNvPr id="0" name=""/>
        <dsp:cNvSpPr/>
      </dsp:nvSpPr>
      <dsp:spPr>
        <a:xfrm>
          <a:off x="8628492" y="5301388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/>
            <a:t>Provides analytical insights beyond simple transcription.</a:t>
          </a:r>
        </a:p>
      </dsp:txBody>
      <dsp:txXfrm>
        <a:off x="8644940" y="5317836"/>
        <a:ext cx="3034488" cy="528669"/>
      </dsp:txXfrm>
    </dsp:sp>
    <dsp:sp modelId="{EA2C96B9-A523-4F1E-9982-36AAF8DE06E6}">
      <dsp:nvSpPr>
        <dsp:cNvPr id="0" name=""/>
        <dsp:cNvSpPr/>
      </dsp:nvSpPr>
      <dsp:spPr>
        <a:xfrm>
          <a:off x="8628492" y="5949348"/>
          <a:ext cx="3067384" cy="5615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Enhances productivity in education and corporate </a:t>
          </a:r>
          <a:r>
            <a:rPr lang="en-US" sz="1100" kern="1200"/>
            <a:t>environments.</a:t>
          </a:r>
          <a:endParaRPr lang="en-US" sz="1100" kern="1200" dirty="0"/>
        </a:p>
      </dsp:txBody>
      <dsp:txXfrm>
        <a:off x="8644940" y="5965796"/>
        <a:ext cx="3034488" cy="528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1196B-4068-4980-B95F-0774169C7BC7}">
      <dsp:nvSpPr>
        <dsp:cNvPr id="0" name=""/>
        <dsp:cNvSpPr/>
      </dsp:nvSpPr>
      <dsp:spPr>
        <a:xfrm rot="16200000">
          <a:off x="-1866986" y="2708197"/>
          <a:ext cx="4153915" cy="283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0422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FRONTEND</a:t>
          </a:r>
          <a:endParaRPr lang="en-IN" sz="2000" kern="1200"/>
        </a:p>
      </dsp:txBody>
      <dsp:txXfrm>
        <a:off x="-1866986" y="2708197"/>
        <a:ext cx="4153915" cy="283943"/>
      </dsp:txXfrm>
    </dsp:sp>
    <dsp:sp modelId="{42833D0C-D22E-4BCB-8365-46C5612F5AB8}">
      <dsp:nvSpPr>
        <dsp:cNvPr id="0" name=""/>
        <dsp:cNvSpPr/>
      </dsp:nvSpPr>
      <dsp:spPr>
        <a:xfrm>
          <a:off x="351943" y="773211"/>
          <a:ext cx="1414339" cy="41539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50422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HTML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CSS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JAVASCRIPT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REACT</a:t>
          </a:r>
          <a:endParaRPr lang="en-IN" sz="1400" kern="1200" dirty="0"/>
        </a:p>
      </dsp:txBody>
      <dsp:txXfrm>
        <a:off x="351943" y="773211"/>
        <a:ext cx="1414339" cy="4153915"/>
      </dsp:txXfrm>
    </dsp:sp>
    <dsp:sp modelId="{81A5D1BB-FB88-4AF5-82D6-7005283BF465}">
      <dsp:nvSpPr>
        <dsp:cNvPr id="0" name=""/>
        <dsp:cNvSpPr/>
      </dsp:nvSpPr>
      <dsp:spPr>
        <a:xfrm>
          <a:off x="67999" y="398405"/>
          <a:ext cx="567886" cy="567886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t="-19000" b="-19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8BF17-75BA-4DBC-AEC9-82DE1E23F3BB}">
      <dsp:nvSpPr>
        <dsp:cNvPr id="0" name=""/>
        <dsp:cNvSpPr/>
      </dsp:nvSpPr>
      <dsp:spPr>
        <a:xfrm rot="16200000">
          <a:off x="204557" y="2708197"/>
          <a:ext cx="4153915" cy="283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0422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BACKEND</a:t>
          </a:r>
          <a:endParaRPr lang="en-IN" sz="2000" kern="1200" dirty="0"/>
        </a:p>
      </dsp:txBody>
      <dsp:txXfrm>
        <a:off x="204557" y="2708197"/>
        <a:ext cx="4153915" cy="283943"/>
      </dsp:txXfrm>
    </dsp:sp>
    <dsp:sp modelId="{0D483D47-26C8-4DB7-BE63-110962DDC06D}">
      <dsp:nvSpPr>
        <dsp:cNvPr id="0" name=""/>
        <dsp:cNvSpPr/>
      </dsp:nvSpPr>
      <dsp:spPr>
        <a:xfrm>
          <a:off x="2423486" y="773211"/>
          <a:ext cx="1414339" cy="41539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50422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NODE.JS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PYTHON</a:t>
          </a:r>
          <a:endParaRPr lang="en-IN" sz="1400" kern="1200" dirty="0"/>
        </a:p>
      </dsp:txBody>
      <dsp:txXfrm>
        <a:off x="2423486" y="773211"/>
        <a:ext cx="1414339" cy="4153915"/>
      </dsp:txXfrm>
    </dsp:sp>
    <dsp:sp modelId="{28AD6806-F716-43E9-8BF5-CFD37EEEB014}">
      <dsp:nvSpPr>
        <dsp:cNvPr id="0" name=""/>
        <dsp:cNvSpPr/>
      </dsp:nvSpPr>
      <dsp:spPr>
        <a:xfrm>
          <a:off x="2139543" y="398405"/>
          <a:ext cx="567886" cy="567886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2000" r="-2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A9EAD-8951-497A-9E2B-BD75AB3227D9}">
      <dsp:nvSpPr>
        <dsp:cNvPr id="0" name=""/>
        <dsp:cNvSpPr/>
      </dsp:nvSpPr>
      <dsp:spPr>
        <a:xfrm rot="16200000">
          <a:off x="2276100" y="2708197"/>
          <a:ext cx="4153915" cy="283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0422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AI MODEL</a:t>
          </a:r>
          <a:endParaRPr lang="en-IN" sz="2000" kern="1200" dirty="0"/>
        </a:p>
      </dsp:txBody>
      <dsp:txXfrm>
        <a:off x="2276100" y="2708197"/>
        <a:ext cx="4153915" cy="283943"/>
      </dsp:txXfrm>
    </dsp:sp>
    <dsp:sp modelId="{57B907B0-58FE-4EDC-A606-D26D155AD4DD}">
      <dsp:nvSpPr>
        <dsp:cNvPr id="0" name=""/>
        <dsp:cNvSpPr/>
      </dsp:nvSpPr>
      <dsp:spPr>
        <a:xfrm>
          <a:off x="4495030" y="773211"/>
          <a:ext cx="1414339" cy="41539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50422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GOOGLE GEMINI 3 FLASH</a:t>
          </a:r>
          <a:endParaRPr lang="en-IN" sz="1400" kern="1200" dirty="0"/>
        </a:p>
      </dsp:txBody>
      <dsp:txXfrm>
        <a:off x="4495030" y="773211"/>
        <a:ext cx="1414339" cy="4153915"/>
      </dsp:txXfrm>
    </dsp:sp>
    <dsp:sp modelId="{649057AF-840E-435C-8A4C-07093E21BDDB}">
      <dsp:nvSpPr>
        <dsp:cNvPr id="0" name=""/>
        <dsp:cNvSpPr/>
      </dsp:nvSpPr>
      <dsp:spPr>
        <a:xfrm>
          <a:off x="4211086" y="398405"/>
          <a:ext cx="567886" cy="567886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7000" r="-7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105786-E71A-46A1-900D-C3D7BB6D953C}">
      <dsp:nvSpPr>
        <dsp:cNvPr id="0" name=""/>
        <dsp:cNvSpPr/>
      </dsp:nvSpPr>
      <dsp:spPr>
        <a:xfrm rot="16200000">
          <a:off x="4347644" y="2708197"/>
          <a:ext cx="4153915" cy="283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0422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SPEECH RECOGNITION</a:t>
          </a:r>
          <a:endParaRPr lang="en-IN" sz="2000" kern="1200" dirty="0"/>
        </a:p>
      </dsp:txBody>
      <dsp:txXfrm>
        <a:off x="4347644" y="2708197"/>
        <a:ext cx="4153915" cy="283943"/>
      </dsp:txXfrm>
    </dsp:sp>
    <dsp:sp modelId="{C04A1D74-6967-40FD-ADA7-6FA1D1967815}">
      <dsp:nvSpPr>
        <dsp:cNvPr id="0" name=""/>
        <dsp:cNvSpPr/>
      </dsp:nvSpPr>
      <dsp:spPr>
        <a:xfrm>
          <a:off x="6566573" y="773211"/>
          <a:ext cx="1414339" cy="41539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50422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LOVABLE API</a:t>
          </a:r>
          <a:endParaRPr lang="en-IN" sz="1400" kern="1200" dirty="0"/>
        </a:p>
      </dsp:txBody>
      <dsp:txXfrm>
        <a:off x="6566573" y="773211"/>
        <a:ext cx="1414339" cy="4153915"/>
      </dsp:txXfrm>
    </dsp:sp>
    <dsp:sp modelId="{72F4DCA0-481E-4D43-8E61-1944D80AE5C1}">
      <dsp:nvSpPr>
        <dsp:cNvPr id="0" name=""/>
        <dsp:cNvSpPr/>
      </dsp:nvSpPr>
      <dsp:spPr>
        <a:xfrm>
          <a:off x="6282630" y="398405"/>
          <a:ext cx="567886" cy="567886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l="-17000" r="-17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08414-C649-4004-8F43-8FD3E03A8527}">
      <dsp:nvSpPr>
        <dsp:cNvPr id="0" name=""/>
        <dsp:cNvSpPr/>
      </dsp:nvSpPr>
      <dsp:spPr>
        <a:xfrm rot="16200000">
          <a:off x="6419187" y="2708197"/>
          <a:ext cx="4153915" cy="283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0422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DATABASE</a:t>
          </a:r>
          <a:endParaRPr lang="en-IN" sz="2000" kern="1200" dirty="0"/>
        </a:p>
      </dsp:txBody>
      <dsp:txXfrm>
        <a:off x="6419187" y="2708197"/>
        <a:ext cx="4153915" cy="283943"/>
      </dsp:txXfrm>
    </dsp:sp>
    <dsp:sp modelId="{213B828A-A1C1-4C03-914D-B62D33F720DA}">
      <dsp:nvSpPr>
        <dsp:cNvPr id="0" name=""/>
        <dsp:cNvSpPr/>
      </dsp:nvSpPr>
      <dsp:spPr>
        <a:xfrm>
          <a:off x="8638117" y="773211"/>
          <a:ext cx="1414339" cy="41539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50422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SUPABASE</a:t>
          </a:r>
          <a:endParaRPr lang="en-IN" sz="1400" kern="1200" dirty="0"/>
        </a:p>
      </dsp:txBody>
      <dsp:txXfrm>
        <a:off x="8638117" y="773211"/>
        <a:ext cx="1414339" cy="4153915"/>
      </dsp:txXfrm>
    </dsp:sp>
    <dsp:sp modelId="{188FDB15-2D24-4899-A383-CAD6B20082FF}">
      <dsp:nvSpPr>
        <dsp:cNvPr id="0" name=""/>
        <dsp:cNvSpPr/>
      </dsp:nvSpPr>
      <dsp:spPr>
        <a:xfrm>
          <a:off x="8354173" y="398405"/>
          <a:ext cx="567886" cy="567886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t="-9000" b="-9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8DF54-08A4-4D14-8037-D7B8BBE7ACCB}">
      <dsp:nvSpPr>
        <dsp:cNvPr id="0" name=""/>
        <dsp:cNvSpPr/>
      </dsp:nvSpPr>
      <dsp:spPr>
        <a:xfrm rot="16200000">
          <a:off x="8490731" y="2708197"/>
          <a:ext cx="4153915" cy="283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50422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HOSTING</a:t>
          </a:r>
          <a:endParaRPr lang="en-IN" sz="2000" kern="1200" dirty="0"/>
        </a:p>
      </dsp:txBody>
      <dsp:txXfrm>
        <a:off x="8490731" y="2708197"/>
        <a:ext cx="4153915" cy="283943"/>
      </dsp:txXfrm>
    </dsp:sp>
    <dsp:sp modelId="{4EFAC4E4-B44F-40BB-8ADD-1E68EAF270D7}">
      <dsp:nvSpPr>
        <dsp:cNvPr id="0" name=""/>
        <dsp:cNvSpPr/>
      </dsp:nvSpPr>
      <dsp:spPr>
        <a:xfrm>
          <a:off x="10709660" y="773211"/>
          <a:ext cx="1414339" cy="41539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250422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NETLIFY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LOVABLE</a:t>
          </a:r>
          <a:endParaRPr lang="en-IN" sz="1400" kern="1200" dirty="0"/>
        </a:p>
      </dsp:txBody>
      <dsp:txXfrm>
        <a:off x="10709660" y="773211"/>
        <a:ext cx="1414339" cy="4153915"/>
      </dsp:txXfrm>
    </dsp:sp>
    <dsp:sp modelId="{0B448265-FFF8-4D43-A052-F96EB05CD774}">
      <dsp:nvSpPr>
        <dsp:cNvPr id="0" name=""/>
        <dsp:cNvSpPr/>
      </dsp:nvSpPr>
      <dsp:spPr>
        <a:xfrm>
          <a:off x="10425717" y="398405"/>
          <a:ext cx="567886" cy="567886"/>
        </a:xfrm>
        <a:prstGeom prst="rect">
          <a:avLst/>
        </a:prstGeom>
        <a:blipFill rotWithShape="1">
          <a:blip xmlns:r="http://schemas.openxmlformats.org/officeDocument/2006/relationships" r:embed="rId6"/>
          <a:srcRect/>
          <a:stretch>
            <a:fillRect t="-1000" b="-1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4B7B8-BDC2-41DD-BA7E-411E20722041}">
      <dsp:nvSpPr>
        <dsp:cNvPr id="0" name=""/>
        <dsp:cNvSpPr/>
      </dsp:nvSpPr>
      <dsp:spPr>
        <a:xfrm>
          <a:off x="1488" y="0"/>
          <a:ext cx="3869531" cy="6858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APPLICATIONS</a:t>
          </a:r>
          <a:endParaRPr lang="en-IN" sz="4000" kern="1200" dirty="0"/>
        </a:p>
      </dsp:txBody>
      <dsp:txXfrm>
        <a:off x="1488" y="0"/>
        <a:ext cx="3869531" cy="2057400"/>
      </dsp:txXfrm>
    </dsp:sp>
    <dsp:sp modelId="{8FC049C9-66D1-45A0-98FF-A5C5792916B6}">
      <dsp:nvSpPr>
        <dsp:cNvPr id="0" name=""/>
        <dsp:cNvSpPr/>
      </dsp:nvSpPr>
      <dsp:spPr>
        <a:xfrm>
          <a:off x="388441" y="2059158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Educational institutions</a:t>
          </a:r>
        </a:p>
      </dsp:txBody>
      <dsp:txXfrm>
        <a:off x="399900" y="2070617"/>
        <a:ext cx="3072707" cy="368327"/>
      </dsp:txXfrm>
    </dsp:sp>
    <dsp:sp modelId="{92A92D25-4057-4E10-BE8D-34E4B8DDD887}">
      <dsp:nvSpPr>
        <dsp:cNvPr id="0" name=""/>
        <dsp:cNvSpPr/>
      </dsp:nvSpPr>
      <dsp:spPr>
        <a:xfrm>
          <a:off x="388441" y="2510595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Corporate meetings</a:t>
          </a:r>
        </a:p>
      </dsp:txBody>
      <dsp:txXfrm>
        <a:off x="399900" y="2522054"/>
        <a:ext cx="3072707" cy="368327"/>
      </dsp:txXfrm>
    </dsp:sp>
    <dsp:sp modelId="{34B5CFCB-82A9-40DE-A654-C76AE90AE3B6}">
      <dsp:nvSpPr>
        <dsp:cNvPr id="0" name=""/>
        <dsp:cNvSpPr/>
      </dsp:nvSpPr>
      <dsp:spPr>
        <a:xfrm>
          <a:off x="388441" y="2962033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Webinars &amp; conferences</a:t>
          </a:r>
        </a:p>
      </dsp:txBody>
      <dsp:txXfrm>
        <a:off x="399900" y="2973492"/>
        <a:ext cx="3072707" cy="368327"/>
      </dsp:txXfrm>
    </dsp:sp>
    <dsp:sp modelId="{00A206BF-EFF4-4160-A266-656F485499A7}">
      <dsp:nvSpPr>
        <dsp:cNvPr id="0" name=""/>
        <dsp:cNvSpPr/>
      </dsp:nvSpPr>
      <dsp:spPr>
        <a:xfrm>
          <a:off x="388441" y="3413470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Research discussions</a:t>
          </a:r>
        </a:p>
      </dsp:txBody>
      <dsp:txXfrm>
        <a:off x="399900" y="3424929"/>
        <a:ext cx="3072707" cy="368327"/>
      </dsp:txXfrm>
    </dsp:sp>
    <dsp:sp modelId="{F809D220-7974-40EB-A798-DE8DB99D29E1}">
      <dsp:nvSpPr>
        <dsp:cNvPr id="0" name=""/>
        <dsp:cNvSpPr/>
      </dsp:nvSpPr>
      <dsp:spPr>
        <a:xfrm>
          <a:off x="388441" y="3864908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HR and recruitment processes</a:t>
          </a:r>
        </a:p>
      </dsp:txBody>
      <dsp:txXfrm>
        <a:off x="399900" y="3876367"/>
        <a:ext cx="3072707" cy="368327"/>
      </dsp:txXfrm>
    </dsp:sp>
    <dsp:sp modelId="{5055425E-E345-4E34-83BB-06396AC395D2}">
      <dsp:nvSpPr>
        <dsp:cNvPr id="0" name=""/>
        <dsp:cNvSpPr/>
      </dsp:nvSpPr>
      <dsp:spPr>
        <a:xfrm>
          <a:off x="388441" y="4316345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Government meetings</a:t>
          </a:r>
        </a:p>
      </dsp:txBody>
      <dsp:txXfrm>
        <a:off x="399900" y="4327804"/>
        <a:ext cx="3072707" cy="368327"/>
      </dsp:txXfrm>
    </dsp:sp>
    <dsp:sp modelId="{5C702FA6-084D-473C-93AA-1EB164F22DB3}">
      <dsp:nvSpPr>
        <dsp:cNvPr id="0" name=""/>
        <dsp:cNvSpPr/>
      </dsp:nvSpPr>
      <dsp:spPr>
        <a:xfrm>
          <a:off x="388441" y="4767783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Training programs</a:t>
          </a:r>
        </a:p>
      </dsp:txBody>
      <dsp:txXfrm>
        <a:off x="399900" y="4779242"/>
        <a:ext cx="3072707" cy="368327"/>
      </dsp:txXfrm>
    </dsp:sp>
    <dsp:sp modelId="{C3C311BB-0D55-46FF-8AC6-C76BD4E8D643}">
      <dsp:nvSpPr>
        <dsp:cNvPr id="0" name=""/>
        <dsp:cNvSpPr/>
      </dsp:nvSpPr>
      <dsp:spPr>
        <a:xfrm>
          <a:off x="388441" y="5219220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Project management teams</a:t>
          </a:r>
        </a:p>
      </dsp:txBody>
      <dsp:txXfrm>
        <a:off x="399900" y="5230679"/>
        <a:ext cx="3072707" cy="368327"/>
      </dsp:txXfrm>
    </dsp:sp>
    <dsp:sp modelId="{1A81A4B4-F153-4951-870E-10A161B8CBE5}">
      <dsp:nvSpPr>
        <dsp:cNvPr id="0" name=""/>
        <dsp:cNvSpPr/>
      </dsp:nvSpPr>
      <dsp:spPr>
        <a:xfrm>
          <a:off x="388441" y="5670658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Legal documentation</a:t>
          </a:r>
        </a:p>
      </dsp:txBody>
      <dsp:txXfrm>
        <a:off x="399900" y="5682117"/>
        <a:ext cx="3072707" cy="368327"/>
      </dsp:txXfrm>
    </dsp:sp>
    <dsp:sp modelId="{9A33A628-0E09-4CF9-BA03-8D3D278CE6B6}">
      <dsp:nvSpPr>
        <dsp:cNvPr id="0" name=""/>
        <dsp:cNvSpPr/>
      </dsp:nvSpPr>
      <dsp:spPr>
        <a:xfrm>
          <a:off x="388441" y="6122096"/>
          <a:ext cx="3095625" cy="391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Remote work environments</a:t>
          </a:r>
        </a:p>
      </dsp:txBody>
      <dsp:txXfrm>
        <a:off x="399900" y="6133555"/>
        <a:ext cx="3072707" cy="368327"/>
      </dsp:txXfrm>
    </dsp:sp>
    <dsp:sp modelId="{26DA16F6-A479-491E-A452-BDF6C5C00167}">
      <dsp:nvSpPr>
        <dsp:cNvPr id="0" name=""/>
        <dsp:cNvSpPr/>
      </dsp:nvSpPr>
      <dsp:spPr>
        <a:xfrm>
          <a:off x="4161234" y="0"/>
          <a:ext cx="3869531" cy="6858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ADVANTAGE</a:t>
          </a:r>
          <a:endParaRPr lang="en-IN" sz="4000" kern="1200" dirty="0"/>
        </a:p>
      </dsp:txBody>
      <dsp:txXfrm>
        <a:off x="4161234" y="0"/>
        <a:ext cx="3869531" cy="2057400"/>
      </dsp:txXfrm>
    </dsp:sp>
    <dsp:sp modelId="{C08B810A-1925-4943-922B-A6AB37D53BF0}">
      <dsp:nvSpPr>
        <dsp:cNvPr id="0" name=""/>
        <dsp:cNvSpPr/>
      </dsp:nvSpPr>
      <dsp:spPr>
        <a:xfrm>
          <a:off x="4548187" y="2057734"/>
          <a:ext cx="3095625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Time Efficiency</a:t>
          </a:r>
          <a:r>
            <a:rPr lang="en-US" sz="1300" kern="1200" dirty="0"/>
            <a:t> – Converts hours of recordings into concise summaries within minutes.</a:t>
          </a:r>
          <a:endParaRPr lang="en-IN" sz="1300" kern="1200" dirty="0"/>
        </a:p>
      </dsp:txBody>
      <dsp:txXfrm>
        <a:off x="4567472" y="2077019"/>
        <a:ext cx="3057055" cy="619854"/>
      </dsp:txXfrm>
    </dsp:sp>
    <dsp:sp modelId="{760733D0-7E68-4181-8B11-9FCA824813E4}">
      <dsp:nvSpPr>
        <dsp:cNvPr id="0" name=""/>
        <dsp:cNvSpPr/>
      </dsp:nvSpPr>
      <dsp:spPr>
        <a:xfrm>
          <a:off x="4548187" y="2817455"/>
          <a:ext cx="3095625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Automated Note-Taking</a:t>
          </a:r>
          <a:r>
            <a:rPr lang="en-US" sz="1300" kern="1200" dirty="0"/>
            <a:t> – Ensures no important information is missed.</a:t>
          </a:r>
        </a:p>
      </dsp:txBody>
      <dsp:txXfrm>
        <a:off x="4567472" y="2836740"/>
        <a:ext cx="3057055" cy="619854"/>
      </dsp:txXfrm>
    </dsp:sp>
    <dsp:sp modelId="{5E15DB7E-06E7-4F61-BAEF-577AEF54F435}">
      <dsp:nvSpPr>
        <dsp:cNvPr id="0" name=""/>
        <dsp:cNvSpPr/>
      </dsp:nvSpPr>
      <dsp:spPr>
        <a:xfrm>
          <a:off x="4548187" y="3577177"/>
          <a:ext cx="3095625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Speaker Participation Analysis</a:t>
          </a:r>
          <a:r>
            <a:rPr lang="en-US" sz="1300" kern="1200" dirty="0"/>
            <a:t> </a:t>
          </a:r>
        </a:p>
      </dsp:txBody>
      <dsp:txXfrm>
        <a:off x="4567472" y="3596462"/>
        <a:ext cx="3057055" cy="619854"/>
      </dsp:txXfrm>
    </dsp:sp>
    <dsp:sp modelId="{7EA82795-B173-4B46-B795-D41B29909F76}">
      <dsp:nvSpPr>
        <dsp:cNvPr id="0" name=""/>
        <dsp:cNvSpPr/>
      </dsp:nvSpPr>
      <dsp:spPr>
        <a:xfrm>
          <a:off x="4548187" y="4336898"/>
          <a:ext cx="3095625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Improved Productivity</a:t>
          </a:r>
          <a:r>
            <a:rPr lang="en-US" sz="1300" kern="1200" dirty="0"/>
            <a:t> </a:t>
          </a:r>
        </a:p>
      </dsp:txBody>
      <dsp:txXfrm>
        <a:off x="4567472" y="4356183"/>
        <a:ext cx="3057055" cy="619854"/>
      </dsp:txXfrm>
    </dsp:sp>
    <dsp:sp modelId="{DCCAAA5B-2D4C-43A1-B516-EFC937D4BEC1}">
      <dsp:nvSpPr>
        <dsp:cNvPr id="0" name=""/>
        <dsp:cNvSpPr/>
      </dsp:nvSpPr>
      <dsp:spPr>
        <a:xfrm>
          <a:off x="4548187" y="5096619"/>
          <a:ext cx="3095625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Supports Remote Learning &amp; Work</a:t>
          </a:r>
          <a:r>
            <a:rPr lang="en-US" sz="1300" kern="1200" dirty="0"/>
            <a:t> </a:t>
          </a:r>
        </a:p>
      </dsp:txBody>
      <dsp:txXfrm>
        <a:off x="4567472" y="5115904"/>
        <a:ext cx="3057055" cy="619854"/>
      </dsp:txXfrm>
    </dsp:sp>
    <dsp:sp modelId="{D9B14DF5-5F1F-45D1-AB60-DC8571ADCDA0}">
      <dsp:nvSpPr>
        <dsp:cNvPr id="0" name=""/>
        <dsp:cNvSpPr/>
      </dsp:nvSpPr>
      <dsp:spPr>
        <a:xfrm>
          <a:off x="4548187" y="5856340"/>
          <a:ext cx="3095625" cy="6584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Accurate Decision Tracking</a:t>
          </a:r>
          <a:endParaRPr lang="en-IN" sz="1300" kern="1200"/>
        </a:p>
      </dsp:txBody>
      <dsp:txXfrm>
        <a:off x="4567472" y="5875625"/>
        <a:ext cx="3057055" cy="619854"/>
      </dsp:txXfrm>
    </dsp:sp>
    <dsp:sp modelId="{8DD78439-36DB-4532-A1FA-844E8FBF514E}">
      <dsp:nvSpPr>
        <dsp:cNvPr id="0" name=""/>
        <dsp:cNvSpPr/>
      </dsp:nvSpPr>
      <dsp:spPr>
        <a:xfrm>
          <a:off x="8320980" y="0"/>
          <a:ext cx="3869531" cy="6858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FUTURE SCOPE</a:t>
          </a:r>
          <a:endParaRPr lang="en-IN" sz="4000" kern="1200" dirty="0"/>
        </a:p>
      </dsp:txBody>
      <dsp:txXfrm>
        <a:off x="8320980" y="0"/>
        <a:ext cx="3869531" cy="2057400"/>
      </dsp:txXfrm>
    </dsp:sp>
    <dsp:sp modelId="{D22D47BC-CA3B-4B26-9124-6D26F28B2815}">
      <dsp:nvSpPr>
        <dsp:cNvPr id="0" name=""/>
        <dsp:cNvSpPr/>
      </dsp:nvSpPr>
      <dsp:spPr>
        <a:xfrm>
          <a:off x="8707933" y="2058697"/>
          <a:ext cx="3095625" cy="793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Multilingual Support and Translation</a:t>
          </a:r>
        </a:p>
      </dsp:txBody>
      <dsp:txXfrm>
        <a:off x="8731170" y="2081934"/>
        <a:ext cx="3049151" cy="746900"/>
      </dsp:txXfrm>
    </dsp:sp>
    <dsp:sp modelId="{9F43F9F2-3B3D-4BF8-B108-0D471F04225E}">
      <dsp:nvSpPr>
        <dsp:cNvPr id="0" name=""/>
        <dsp:cNvSpPr/>
      </dsp:nvSpPr>
      <dsp:spPr>
        <a:xfrm>
          <a:off x="8707933" y="2974130"/>
          <a:ext cx="3095625" cy="793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Advanced Speaker Diarization</a:t>
          </a:r>
        </a:p>
      </dsp:txBody>
      <dsp:txXfrm>
        <a:off x="8731170" y="2997367"/>
        <a:ext cx="3049151" cy="746900"/>
      </dsp:txXfrm>
    </dsp:sp>
    <dsp:sp modelId="{C039678C-B897-4751-B6E9-78BF592DE6C0}">
      <dsp:nvSpPr>
        <dsp:cNvPr id="0" name=""/>
        <dsp:cNvSpPr/>
      </dsp:nvSpPr>
      <dsp:spPr>
        <a:xfrm>
          <a:off x="8707933" y="3889562"/>
          <a:ext cx="3095625" cy="793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Emotion &amp; Behavioral Analysis</a:t>
          </a:r>
        </a:p>
      </dsp:txBody>
      <dsp:txXfrm>
        <a:off x="8731170" y="3912799"/>
        <a:ext cx="3049151" cy="746900"/>
      </dsp:txXfrm>
    </dsp:sp>
    <dsp:sp modelId="{A8D31680-2B04-4BC2-88C0-F06EC9219B30}">
      <dsp:nvSpPr>
        <dsp:cNvPr id="0" name=""/>
        <dsp:cNvSpPr/>
      </dsp:nvSpPr>
      <dsp:spPr>
        <a:xfrm>
          <a:off x="8707933" y="4804995"/>
          <a:ext cx="3095625" cy="793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Integration with Zoom, Microsoft Teams APIs</a:t>
          </a:r>
        </a:p>
      </dsp:txBody>
      <dsp:txXfrm>
        <a:off x="8731170" y="4828232"/>
        <a:ext cx="3049151" cy="746900"/>
      </dsp:txXfrm>
    </dsp:sp>
    <dsp:sp modelId="{1E2B87C0-2F9B-489D-8A3C-59C0E9EC43D8}">
      <dsp:nvSpPr>
        <dsp:cNvPr id="0" name=""/>
        <dsp:cNvSpPr/>
      </dsp:nvSpPr>
      <dsp:spPr>
        <a:xfrm>
          <a:off x="8707933" y="5720427"/>
          <a:ext cx="3095625" cy="793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Mobile Application Development</a:t>
          </a:r>
        </a:p>
      </dsp:txBody>
      <dsp:txXfrm>
        <a:off x="8731170" y="5743664"/>
        <a:ext cx="3049151" cy="746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7578-E446-12FB-41A0-CFF9948A3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AI-Based Meeting &amp; Lecture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3F1AC-BC8F-7AE1-4B46-305B4DE6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2215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VAANI MANGAL-2823212</a:t>
            </a:r>
            <a:br>
              <a:rPr lang="en-US" dirty="0"/>
            </a:br>
            <a:r>
              <a:rPr lang="en-US" dirty="0"/>
              <a:t>PRATHAM RAI-2823235</a:t>
            </a:r>
          </a:p>
          <a:p>
            <a:r>
              <a:rPr lang="en-US" dirty="0"/>
              <a:t>MANISHA-2823</a:t>
            </a:r>
            <a:br>
              <a:rPr lang="en-US" dirty="0"/>
            </a:br>
            <a:r>
              <a:rPr lang="en-US" dirty="0"/>
              <a:t>DHIRAJ-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5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735302-5FF0-B178-69FE-7175A1988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820559"/>
              </p:ext>
            </p:extLst>
          </p:nvPr>
        </p:nvGraphicFramePr>
        <p:xfrm>
          <a:off x="111226" y="1592828"/>
          <a:ext cx="3346245" cy="5142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060B012-8DC7-307D-0F15-7A6AC15CB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9120234"/>
              </p:ext>
            </p:extLst>
          </p:nvPr>
        </p:nvGraphicFramePr>
        <p:xfrm>
          <a:off x="0" y="0"/>
          <a:ext cx="12080774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18A19AE3-BEDB-1E41-42F5-09B44920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617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6176-7908-DCD9-9A8B-C06A7896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AED4E2-521C-8597-25D5-B922167BEA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9178802"/>
              </p:ext>
            </p:extLst>
          </p:nvPr>
        </p:nvGraphicFramePr>
        <p:xfrm>
          <a:off x="0" y="1899920"/>
          <a:ext cx="12192000" cy="5325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88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172B-4B3B-5946-8D71-71923EAC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18BAED0-F8C0-5212-75FE-80EB173952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25287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212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3559-19DF-1AA1-18E7-AFEEE939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 OF OUR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70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AA5A-6234-8E56-36F8-5C1D1F66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880" y="2943775"/>
            <a:ext cx="10571998" cy="970450"/>
          </a:xfrm>
        </p:spPr>
        <p:txBody>
          <a:bodyPr/>
          <a:lstStyle/>
          <a:p>
            <a:r>
              <a:rPr lang="en-US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918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{B24F36B0-C028-4B2F-92DE-11BF12494285}TF422d6a94-b412-4b4b-8b36-ccdb9da8dac8d8130915_win32-3b4bd71c511d</Template>
  <TotalTime>64</TotalTime>
  <Words>316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2</vt:lpstr>
      <vt:lpstr>Quotable_win32_v2</vt:lpstr>
      <vt:lpstr>AI-Based Meeting &amp; Lecture Analyzer</vt:lpstr>
      <vt:lpstr>PowerPoint Presentation</vt:lpstr>
      <vt:lpstr>TECHNOLOGIES USED</vt:lpstr>
      <vt:lpstr>PowerPoint Presentation</vt:lpstr>
      <vt:lpstr>LIVE DEMO OF OUR PROJECT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vaani28032006@outlook.com</dc:creator>
  <cp:lastModifiedBy>vaani28032006@outlook.com</cp:lastModifiedBy>
  <cp:revision>1</cp:revision>
  <dcterms:created xsi:type="dcterms:W3CDTF">2026-02-18T11:38:42Z</dcterms:created>
  <dcterms:modified xsi:type="dcterms:W3CDTF">2026-02-18T12:43:29Z</dcterms:modified>
</cp:coreProperties>
</file>